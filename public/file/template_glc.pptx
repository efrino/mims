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837" r:id="rId3"/>
    <p:sldId id="2833" r:id="rId5"/>
    <p:sldId id="2836" r:id="rId6"/>
    <p:sldId id="2838" r:id="rId7"/>
    <p:sldId id="2761" r:id="rId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4" userDrawn="1">
          <p15:clr>
            <a:srgbClr val="A4A3A4"/>
          </p15:clr>
        </p15:guide>
        <p15:guide id="2" pos="30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r Adachi" initials="MA" lastIdx="1" clrIdx="0"/>
  <p:cmAuthor id="1" name="Andi Gilang" initials="AG" lastIdx="2" clrIdx="0"/>
  <p:cmAuthor id="2" name="nidiarnaufal@gmail.com" initials="n" lastIdx="1" clrIdx="1"/>
  <p:cmAuthor id="3" name="028-NB-TBN" initials="0" lastIdx="2" clrIdx="2"/>
  <p:cmAuthor id="4" name="Dian Antony" initials="DA" lastIdx="1" clrIdx="3"/>
  <p:cmAuthor id="5" name="022-CPU-TBN_2" initials="0" lastIdx="1" clrIdx="4"/>
  <p:cmAuthor id="6" name="hari laksono" initials="hl" lastIdx="1" clrIdx="5"/>
  <p:cmAuthor id="7" name="188-TBN" initials="1" lastIdx="1" clrIdx="6"/>
  <p:cmAuthor id="8" name="189-CPU-TBN" initials="1" lastIdx="1" clrIdx="7"/>
  <p:cmAuthor id="9" name="159-CPU-TBN_2" initials="1" lastIdx="1" clrIdx="8"/>
  <p:cmAuthor id="11" name="187-CPU-TBN1" initials="1" lastIdx="0" clrIdx="10"/>
  <p:cmAuthor id="12" name="Author" initials="A" lastIdx="0" clrIdx="11"/>
  <p:cmAuthor id="13" name="UNrev1945" initials="U" lastIdx="0" clrIdx="12"/>
  <p:cmAuthor id="14" name="IT" initials="I" lastIdx="0" clrIdx="13"/>
  <p:cmAuthor id="15" name="87-NB-TBN" initials="8" lastIdx="0" clrIdx="14"/>
  <p:cmAuthor id="16" name="RND TECHNICAL" initials="R" lastIdx="0" clrIdx="15"/>
  <p:cmAuthor id="17" name="Ibnu Kusuma" initials="IK" lastIdx="0" clrIdx="16"/>
  <p:cmAuthor id="18" name="MAJ-EG-002" initials="M" lastIdx="0" clrIdx="17"/>
  <p:cmAuthor id="19" name="MAJ" initials="M" lastIdx="0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C"/>
    <a:srgbClr val="FFFFFF"/>
    <a:srgbClr val="0711E9"/>
    <a:srgbClr val="DEEBF7"/>
    <a:srgbClr val="1E8449"/>
    <a:srgbClr val="2F3C7E"/>
    <a:srgbClr val="5B9BD5"/>
    <a:srgbClr val="FF5757"/>
    <a:srgbClr val="9DC3E6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5501" autoAdjust="0"/>
  </p:normalViewPr>
  <p:slideViewPr>
    <p:cSldViewPr snapToGrid="0" showGuides="1">
      <p:cViewPr varScale="1">
        <p:scale>
          <a:sx n="111" d="100"/>
          <a:sy n="111" d="100"/>
        </p:scale>
        <p:origin x="1602" y="102"/>
      </p:cViewPr>
      <p:guideLst>
        <p:guide orient="horz" pos="2334"/>
        <p:guide pos="3056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FF666-4F56-4DB7-8AEE-CD17BA201039}" type="datetimeFigureOut">
              <a:rPr lang="en-ID" smtClean="0"/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72887-8B41-4A5C-9199-0763FDB0C314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29962-C018-4279-8311-E426E694CCC8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1pPr>
    <a:lvl2pPr marL="70421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2pPr>
    <a:lvl3pPr marL="140843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3pPr>
    <a:lvl4pPr marL="211264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4pPr>
    <a:lvl5pPr marL="281686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5pPr>
    <a:lvl6pPr marL="352107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6pPr>
    <a:lvl7pPr marL="422592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7pPr>
    <a:lvl8pPr marL="4930140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8pPr>
    <a:lvl9pPr marL="5634355" algn="l" defTabSz="1408430" rtl="0" eaLnBrk="1" latinLnBrk="0" hangingPunct="1">
      <a:defRPr sz="18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tutorial to use the website (user manual) and added </a:t>
            </a:r>
            <a:r>
              <a:rPr lang="en-US" dirty="0" err="1"/>
              <a:t>ttd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persetujuan</a:t>
            </a:r>
            <a:r>
              <a:rPr lang="en-US" baseline="0" dirty="0"/>
              <a:t> assignment from </a:t>
            </a:r>
            <a:r>
              <a:rPr lang="en-US" baseline="0" dirty="0" err="1"/>
              <a:t>atasan</a:t>
            </a:r>
            <a:r>
              <a:rPr lang="en-US" baseline="0" dirty="0"/>
              <a:t> like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rohman</a:t>
            </a:r>
            <a:r>
              <a:rPr lang="en-US" baseline="0" dirty="0"/>
              <a:t>,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dody</a:t>
            </a:r>
            <a:r>
              <a:rPr lang="en-US" baseline="0" dirty="0"/>
              <a:t>, </a:t>
            </a:r>
            <a:r>
              <a:rPr lang="en-US" baseline="0" dirty="0" err="1"/>
              <a:t>pak</a:t>
            </a:r>
            <a:r>
              <a:rPr lang="en-US" baseline="0" dirty="0"/>
              <a:t> </a:t>
            </a:r>
            <a:r>
              <a:rPr lang="en-US" baseline="0" dirty="0" err="1"/>
              <a:t>rudy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7C38F-5541-4F57-B7AB-5744D5AE8647}" type="slidenum">
              <a:rPr lang="en-ID" smtClean="0"/>
            </a:fld>
            <a:endParaRPr lang="en-I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338459" y="-4329094"/>
            <a:ext cx="476489" cy="9134666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56205"/>
            <a:ext cx="1715617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47" y="48484"/>
            <a:ext cx="1394456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16483" y="3176006"/>
            <a:ext cx="134718" cy="7279551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277202" y="-3395796"/>
            <a:ext cx="598851" cy="7268067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6205"/>
            <a:ext cx="1715588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528" y="48484"/>
            <a:ext cx="1394433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AE4C8-1D08-4989-8390-56B4A93B85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38" name="Freeform 37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39" name="Freeform 38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41" name="Freeform 40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  <p:grpSp>
        <p:nvGrpSpPr>
          <p:cNvPr id="2" name="Group 3"/>
          <p:cNvGrpSpPr/>
          <p:nvPr userDrawn="1"/>
        </p:nvGrpSpPr>
        <p:grpSpPr>
          <a:xfrm rot="5400000">
            <a:off x="4338459" y="-4329094"/>
            <a:ext cx="476489" cy="9134666"/>
            <a:chOff x="924330" y="147757"/>
            <a:chExt cx="751914" cy="6290465"/>
          </a:xfrm>
        </p:grpSpPr>
        <p:sp>
          <p:nvSpPr>
            <p:cNvPr id="3" name="Rectangle 4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7" name="Rectangle 9"/>
            <p:cNvSpPr/>
            <p:nvPr userDrawn="1"/>
          </p:nvSpPr>
          <p:spPr>
            <a:xfrm rot="16200000">
              <a:off x="1063389" y="114592"/>
              <a:ext cx="473802" cy="540140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6306" h="669347">
                  <a:moveTo>
                    <a:pt x="233998" y="0"/>
                  </a:moveTo>
                  <a:lnTo>
                    <a:pt x="846306" y="282"/>
                  </a:lnTo>
                  <a:lnTo>
                    <a:pt x="846306" y="669347"/>
                  </a:lnTo>
                  <a:lnTo>
                    <a:pt x="0" y="669347"/>
                  </a:lnTo>
                  <a:lnTo>
                    <a:pt x="23399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8" name="Rectangle 9"/>
            <p:cNvSpPr/>
            <p:nvPr userDrawn="1"/>
          </p:nvSpPr>
          <p:spPr>
            <a:xfrm rot="16200000">
              <a:off x="1140942" y="37039"/>
              <a:ext cx="322134" cy="543579"/>
            </a:xfrm>
            <a:custGeom>
              <a:avLst/>
              <a:gdLst>
                <a:gd name="connsiteX0" fmla="*/ 0 w 846306"/>
                <a:gd name="connsiteY0" fmla="*/ 0 h 669065"/>
                <a:gd name="connsiteX1" fmla="*/ 846306 w 846306"/>
                <a:gd name="connsiteY1" fmla="*/ 0 h 669065"/>
                <a:gd name="connsiteX2" fmla="*/ 846306 w 846306"/>
                <a:gd name="connsiteY2" fmla="*/ 669065 h 669065"/>
                <a:gd name="connsiteX3" fmla="*/ 0 w 846306"/>
                <a:gd name="connsiteY3" fmla="*/ 669065 h 669065"/>
                <a:gd name="connsiteX4" fmla="*/ 0 w 846306"/>
                <a:gd name="connsiteY4" fmla="*/ 0 h 669065"/>
                <a:gd name="connsiteX0-1" fmla="*/ 215900 w 846306"/>
                <a:gd name="connsiteY0-2" fmla="*/ 12700 h 669065"/>
                <a:gd name="connsiteX1-3" fmla="*/ 846306 w 846306"/>
                <a:gd name="connsiteY1-4" fmla="*/ 0 h 669065"/>
                <a:gd name="connsiteX2-5" fmla="*/ 846306 w 846306"/>
                <a:gd name="connsiteY2-6" fmla="*/ 669065 h 669065"/>
                <a:gd name="connsiteX3-7" fmla="*/ 0 w 846306"/>
                <a:gd name="connsiteY3-8" fmla="*/ 669065 h 669065"/>
                <a:gd name="connsiteX4-9" fmla="*/ 215900 w 846306"/>
                <a:gd name="connsiteY4-10" fmla="*/ 12700 h 669065"/>
                <a:gd name="connsiteX0-11" fmla="*/ 238760 w 846306"/>
                <a:gd name="connsiteY0-12" fmla="*/ 0 h 675248"/>
                <a:gd name="connsiteX1-13" fmla="*/ 846306 w 846306"/>
                <a:gd name="connsiteY1-14" fmla="*/ 6183 h 675248"/>
                <a:gd name="connsiteX2-15" fmla="*/ 846306 w 846306"/>
                <a:gd name="connsiteY2-16" fmla="*/ 675248 h 675248"/>
                <a:gd name="connsiteX3-17" fmla="*/ 0 w 846306"/>
                <a:gd name="connsiteY3-18" fmla="*/ 675248 h 675248"/>
                <a:gd name="connsiteX4-19" fmla="*/ 238760 w 846306"/>
                <a:gd name="connsiteY4-20" fmla="*/ 0 h 675248"/>
                <a:gd name="connsiteX0-21" fmla="*/ 233998 w 846306"/>
                <a:gd name="connsiteY0-22" fmla="*/ 0 h 669347"/>
                <a:gd name="connsiteX1-23" fmla="*/ 846306 w 846306"/>
                <a:gd name="connsiteY1-24" fmla="*/ 282 h 669347"/>
                <a:gd name="connsiteX2-25" fmla="*/ 846306 w 846306"/>
                <a:gd name="connsiteY2-26" fmla="*/ 669347 h 669347"/>
                <a:gd name="connsiteX3-27" fmla="*/ 0 w 846306"/>
                <a:gd name="connsiteY3-28" fmla="*/ 669347 h 669347"/>
                <a:gd name="connsiteX4-29" fmla="*/ 233998 w 846306"/>
                <a:gd name="connsiteY4-30" fmla="*/ 0 h 669347"/>
                <a:gd name="connsiteX0-31" fmla="*/ 262112 w 874420"/>
                <a:gd name="connsiteY0-32" fmla="*/ 0 h 673609"/>
                <a:gd name="connsiteX1-33" fmla="*/ 874420 w 874420"/>
                <a:gd name="connsiteY1-34" fmla="*/ 282 h 673609"/>
                <a:gd name="connsiteX2-35" fmla="*/ 874420 w 874420"/>
                <a:gd name="connsiteY2-36" fmla="*/ 669347 h 673609"/>
                <a:gd name="connsiteX3-37" fmla="*/ 0 w 874420"/>
                <a:gd name="connsiteY3-38" fmla="*/ 673609 h 673609"/>
                <a:gd name="connsiteX4-39" fmla="*/ 262112 w 874420"/>
                <a:gd name="connsiteY4-40" fmla="*/ 0 h 673609"/>
                <a:gd name="connsiteX0-41" fmla="*/ 280855 w 893163"/>
                <a:gd name="connsiteY0-42" fmla="*/ 0 h 673609"/>
                <a:gd name="connsiteX1-43" fmla="*/ 893163 w 893163"/>
                <a:gd name="connsiteY1-44" fmla="*/ 282 h 673609"/>
                <a:gd name="connsiteX2-45" fmla="*/ 893163 w 893163"/>
                <a:gd name="connsiteY2-46" fmla="*/ 669347 h 673609"/>
                <a:gd name="connsiteX3-47" fmla="*/ 0 w 893163"/>
                <a:gd name="connsiteY3-48" fmla="*/ 673609 h 673609"/>
                <a:gd name="connsiteX4-49" fmla="*/ 280855 w 893163"/>
                <a:gd name="connsiteY4-50" fmla="*/ 0 h 6736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93163" h="673609">
                  <a:moveTo>
                    <a:pt x="280855" y="0"/>
                  </a:moveTo>
                  <a:lnTo>
                    <a:pt x="893163" y="282"/>
                  </a:lnTo>
                  <a:lnTo>
                    <a:pt x="893163" y="669347"/>
                  </a:lnTo>
                  <a:lnTo>
                    <a:pt x="0" y="673609"/>
                  </a:lnTo>
                  <a:lnTo>
                    <a:pt x="280855" y="0"/>
                  </a:lnTo>
                  <a:close/>
                </a:path>
              </a:pathLst>
            </a:cu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  <p:sp>
          <p:nvSpPr>
            <p:cNvPr id="9" name="Rectangle 7"/>
            <p:cNvSpPr/>
            <p:nvPr userDrawn="1"/>
          </p:nvSpPr>
          <p:spPr>
            <a:xfrm rot="16200000" flipV="1">
              <a:off x="-1528266" y="3250964"/>
              <a:ext cx="6290464" cy="84051"/>
            </a:xfrm>
            <a:prstGeom prst="rect">
              <a:avLst/>
            </a:prstGeom>
            <a:solidFill>
              <a:srgbClr val="0711E9"/>
            </a:solidFill>
            <a:ln>
              <a:solidFill>
                <a:srgbClr val="071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55"/>
            </a:p>
          </p:txBody>
        </p:sp>
      </p:grpSp>
      <p:pic>
        <p:nvPicPr>
          <p:cNvPr id="15" name="Gambar 14" descr="Sebuah gambar berisi teks, Grafis, Font, logo&#10;&#10;Deskripsi dibuat secara otomati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-56205"/>
            <a:ext cx="1715617" cy="513604"/>
          </a:xfrm>
          <a:prstGeom prst="rect">
            <a:avLst/>
          </a:prstGeom>
        </p:spPr>
      </p:pic>
      <p:pic>
        <p:nvPicPr>
          <p:cNvPr id="17" name="Gambar 16" descr="Sebuah gambar berisi teks, Font, Grafis, cuplikan layar&#10;&#10;Deskripsi dibuat secara otomatis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647" y="48484"/>
            <a:ext cx="1394456" cy="36376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40692" y="493059"/>
            <a:ext cx="8886936" cy="6230470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gradFill flip="none" rotWithShape="1">
              <a:gsLst>
                <a:gs pos="0">
                  <a:schemeClr val="bg1"/>
                </a:gs>
                <a:gs pos="62000">
                  <a:srgbClr val="CDCDFF"/>
                </a:gs>
                <a:gs pos="77000">
                  <a:srgbClr val="3838FF"/>
                </a:gs>
                <a:gs pos="100000">
                  <a:srgbClr val="0000FF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AD1A4-2FB0-4BCF-970B-4DCE7FFCEF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id-ID" smtClean="0">
                <a:solidFill>
                  <a:prstClr val="black"/>
                </a:solidFill>
              </a:rPr>
            </a:fld>
            <a:endParaRPr lang="id-ID">
              <a:solidFill>
                <a:prstClr val="black"/>
              </a:soli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2612" y="-1"/>
            <a:ext cx="9144869" cy="6858001"/>
            <a:chOff x="-15876" y="-1"/>
            <a:chExt cx="9994902" cy="572452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8" name="Rectangle 7"/>
            <p:cNvSpPr/>
            <p:nvPr userDrawn="1"/>
          </p:nvSpPr>
          <p:spPr>
            <a:xfrm flipH="1">
              <a:off x="4981575" y="-1"/>
              <a:ext cx="4997451" cy="5724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+mn-cs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-15876" y="0"/>
              <a:ext cx="4997451" cy="5724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06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Arial Unicode MS" panose="020B0604020202020204" charset="-122"/>
                <a:cs typeface="+mn-cs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5400000">
            <a:off x="4370464" y="-4155611"/>
            <a:ext cx="429167" cy="8892881"/>
            <a:chOff x="924330" y="147757"/>
            <a:chExt cx="751914" cy="6290464"/>
          </a:xfrm>
        </p:grpSpPr>
        <p:sp>
          <p:nvSpPr>
            <p:cNvPr id="11" name="Rectangle 10"/>
            <p:cNvSpPr/>
            <p:nvPr userDrawn="1"/>
          </p:nvSpPr>
          <p:spPr>
            <a:xfrm rot="16200000">
              <a:off x="-1844945" y="2917032"/>
              <a:ext cx="6290464" cy="751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 rot="16200000" flipV="1">
              <a:off x="-1528266" y="3250964"/>
              <a:ext cx="6290463" cy="84051"/>
            </a:xfrm>
            <a:prstGeom prst="rect">
              <a:avLst/>
            </a:prstGeom>
            <a:solidFill>
              <a:srgbClr val="001B63"/>
            </a:solidFill>
            <a:ln>
              <a:solidFill>
                <a:srgbClr val="001B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439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Freeform 12"/>
          <p:cNvSpPr/>
          <p:nvPr userDrawn="1"/>
        </p:nvSpPr>
        <p:spPr>
          <a:xfrm>
            <a:off x="8681653" y="76206"/>
            <a:ext cx="365378" cy="429866"/>
          </a:xfrm>
          <a:custGeom>
            <a:avLst/>
            <a:gdLst>
              <a:gd name="connsiteX0" fmla="*/ 4092787 w 4105274"/>
              <a:gd name="connsiteY0" fmla="*/ 2757641 h 6857999"/>
              <a:gd name="connsiteX1" fmla="*/ 4074233 w 4105274"/>
              <a:gd name="connsiteY1" fmla="*/ 6855184 h 6857999"/>
              <a:gd name="connsiteX2" fmla="*/ 3284114 w 4105274"/>
              <a:gd name="connsiteY2" fmla="*/ 6857999 h 6857999"/>
              <a:gd name="connsiteX3" fmla="*/ 2654899 w 4105274"/>
              <a:gd name="connsiteY3" fmla="*/ 3845400 h 6857999"/>
              <a:gd name="connsiteX4" fmla="*/ 2485954 w 4105274"/>
              <a:gd name="connsiteY4" fmla="*/ 3422394 h 6857999"/>
              <a:gd name="connsiteX5" fmla="*/ 4093347 w 4105274"/>
              <a:gd name="connsiteY5" fmla="*/ 2633875 h 6857999"/>
              <a:gd name="connsiteX6" fmla="*/ 4092875 w 4105274"/>
              <a:gd name="connsiteY6" fmla="*/ 2738125 h 6857999"/>
              <a:gd name="connsiteX7" fmla="*/ 2479277 w 4105274"/>
              <a:gd name="connsiteY7" fmla="*/ 3405677 h 6857999"/>
              <a:gd name="connsiteX8" fmla="*/ 2443611 w 4105274"/>
              <a:gd name="connsiteY8" fmla="*/ 3316377 h 6857999"/>
              <a:gd name="connsiteX9" fmla="*/ 4095540 w 4105274"/>
              <a:gd name="connsiteY9" fmla="*/ 2149531 h 6857999"/>
              <a:gd name="connsiteX10" fmla="*/ 4093435 w 4105274"/>
              <a:gd name="connsiteY10" fmla="*/ 2614359 h 6857999"/>
              <a:gd name="connsiteX11" fmla="*/ 2436449 w 4105274"/>
              <a:gd name="connsiteY11" fmla="*/ 3299861 h 6857999"/>
              <a:gd name="connsiteX12" fmla="*/ 2298463 w 4105274"/>
              <a:gd name="connsiteY12" fmla="*/ 2992176 h 6857999"/>
              <a:gd name="connsiteX13" fmla="*/ 2258382 w 4105274"/>
              <a:gd name="connsiteY13" fmla="*/ 2909570 h 6857999"/>
              <a:gd name="connsiteX14" fmla="*/ 4101349 w 4105274"/>
              <a:gd name="connsiteY14" fmla="*/ 866653 h 6857999"/>
              <a:gd name="connsiteX15" fmla="*/ 4095628 w 4105274"/>
              <a:gd name="connsiteY15" fmla="*/ 2130015 h 6857999"/>
              <a:gd name="connsiteX16" fmla="*/ 2250510 w 4105274"/>
              <a:gd name="connsiteY16" fmla="*/ 2893347 h 6857999"/>
              <a:gd name="connsiteX17" fmla="*/ 2158526 w 4105274"/>
              <a:gd name="connsiteY17" fmla="*/ 2703772 h 6857999"/>
              <a:gd name="connsiteX18" fmla="*/ 1884343 w 4105274"/>
              <a:gd name="connsiteY18" fmla="*/ 2193202 h 6857999"/>
              <a:gd name="connsiteX19" fmla="*/ 1685501 w 4105274"/>
              <a:gd name="connsiteY19" fmla="*/ 1866098 h 6857999"/>
              <a:gd name="connsiteX20" fmla="*/ 0 w 4105274"/>
              <a:gd name="connsiteY20" fmla="*/ 0 h 6857999"/>
              <a:gd name="connsiteX21" fmla="*/ 4105274 w 4105274"/>
              <a:gd name="connsiteY21" fmla="*/ 0 h 6857999"/>
              <a:gd name="connsiteX22" fmla="*/ 4101438 w 4105274"/>
              <a:gd name="connsiteY22" fmla="*/ 847136 h 6857999"/>
              <a:gd name="connsiteX23" fmla="*/ 1676040 w 4105274"/>
              <a:gd name="connsiteY23" fmla="*/ 1850533 h 6857999"/>
              <a:gd name="connsiteX24" fmla="*/ 1599705 w 4105274"/>
              <a:gd name="connsiteY24" fmla="*/ 1724959 h 6857999"/>
              <a:gd name="connsiteX25" fmla="*/ 0 w 4105274"/>
              <a:gd name="connsiteY2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05274" h="6857999">
                <a:moveTo>
                  <a:pt x="4092787" y="2757641"/>
                </a:moveTo>
                <a:lnTo>
                  <a:pt x="4074233" y="6855184"/>
                </a:lnTo>
                <a:lnTo>
                  <a:pt x="3284114" y="6857999"/>
                </a:lnTo>
                <a:cubicBezTo>
                  <a:pt x="3232587" y="5780610"/>
                  <a:pt x="2992209" y="4758114"/>
                  <a:pt x="2654899" y="3845400"/>
                </a:cubicBezTo>
                <a:lnTo>
                  <a:pt x="2485954" y="3422394"/>
                </a:lnTo>
                <a:close/>
                <a:moveTo>
                  <a:pt x="4093347" y="2633875"/>
                </a:moveTo>
                <a:lnTo>
                  <a:pt x="4092875" y="2738125"/>
                </a:lnTo>
                <a:lnTo>
                  <a:pt x="2479277" y="3405677"/>
                </a:lnTo>
                <a:lnTo>
                  <a:pt x="2443611" y="3316377"/>
                </a:lnTo>
                <a:close/>
                <a:moveTo>
                  <a:pt x="4095540" y="2149531"/>
                </a:moveTo>
                <a:lnTo>
                  <a:pt x="4093435" y="2614359"/>
                </a:lnTo>
                <a:lnTo>
                  <a:pt x="2436449" y="3299861"/>
                </a:lnTo>
                <a:lnTo>
                  <a:pt x="2298463" y="2992176"/>
                </a:lnTo>
                <a:lnTo>
                  <a:pt x="2258382" y="2909570"/>
                </a:lnTo>
                <a:close/>
                <a:moveTo>
                  <a:pt x="4101349" y="866653"/>
                </a:moveTo>
                <a:lnTo>
                  <a:pt x="4095628" y="2130015"/>
                </a:lnTo>
                <a:lnTo>
                  <a:pt x="2250510" y="2893347"/>
                </a:lnTo>
                <a:lnTo>
                  <a:pt x="2158526" y="2703772"/>
                </a:lnTo>
                <a:cubicBezTo>
                  <a:pt x="2069524" y="2526916"/>
                  <a:pt x="1977804" y="2356532"/>
                  <a:pt x="1884343" y="2193202"/>
                </a:cubicBezTo>
                <a:lnTo>
                  <a:pt x="1685501" y="1866098"/>
                </a:lnTo>
                <a:close/>
                <a:moveTo>
                  <a:pt x="0" y="0"/>
                </a:moveTo>
                <a:lnTo>
                  <a:pt x="4105274" y="0"/>
                </a:lnTo>
                <a:lnTo>
                  <a:pt x="4101438" y="847136"/>
                </a:lnTo>
                <a:lnTo>
                  <a:pt x="1676040" y="1850533"/>
                </a:lnTo>
                <a:lnTo>
                  <a:pt x="1599705" y="1724959"/>
                </a:lnTo>
                <a:cubicBezTo>
                  <a:pt x="1023877" y="833127"/>
                  <a:pt x="420433" y="216217"/>
                  <a:pt x="0" y="0"/>
                </a:cubicBezTo>
                <a:close/>
              </a:path>
            </a:pathLst>
          </a:custGeom>
          <a:gradFill>
            <a:gsLst>
              <a:gs pos="15000">
                <a:srgbClr val="8D0505"/>
              </a:gs>
              <a:gs pos="53000">
                <a:srgbClr val="FF0000"/>
              </a:gs>
              <a:gs pos="85000">
                <a:srgbClr val="960202"/>
              </a:gs>
              <a:gs pos="0">
                <a:srgbClr val="540605"/>
              </a:gs>
              <a:gs pos="100000">
                <a:srgbClr val="280201"/>
              </a:gs>
            </a:gsLst>
            <a:lin ang="5400000" scaled="1"/>
          </a:gradFill>
          <a:ln>
            <a:noFill/>
          </a:ln>
          <a:effectLst>
            <a:outerShdw blurRad="127000" dist="1270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65"/>
          </a:p>
        </p:txBody>
      </p:sp>
      <p:sp>
        <p:nvSpPr>
          <p:cNvPr id="14" name="Freeform 13"/>
          <p:cNvSpPr/>
          <p:nvPr userDrawn="1"/>
        </p:nvSpPr>
        <p:spPr>
          <a:xfrm rot="5400000">
            <a:off x="8425259" y="-116448"/>
            <a:ext cx="429165" cy="814553"/>
          </a:xfrm>
          <a:custGeom>
            <a:avLst/>
            <a:gdLst>
              <a:gd name="connsiteX0" fmla="*/ 4736742 w 4736742"/>
              <a:gd name="connsiteY0" fmla="*/ 1698078 h 2886075"/>
              <a:gd name="connsiteX1" fmla="*/ 4736742 w 4736742"/>
              <a:gd name="connsiteY1" fmla="*/ 2886075 h 2886075"/>
              <a:gd name="connsiteX2" fmla="*/ 4069174 w 4736742"/>
              <a:gd name="connsiteY2" fmla="*/ 1987660 h 2886075"/>
              <a:gd name="connsiteX3" fmla="*/ 4059289 w 4736742"/>
              <a:gd name="connsiteY3" fmla="*/ 1978343 h 2886075"/>
              <a:gd name="connsiteX4" fmla="*/ 4736742 w 4736742"/>
              <a:gd name="connsiteY4" fmla="*/ 422613 h 2886075"/>
              <a:gd name="connsiteX5" fmla="*/ 4736742 w 4736742"/>
              <a:gd name="connsiteY5" fmla="*/ 1678599 h 2886075"/>
              <a:gd name="connsiteX6" fmla="*/ 4044926 w 4736742"/>
              <a:gd name="connsiteY6" fmla="*/ 1964806 h 2886075"/>
              <a:gd name="connsiteX7" fmla="*/ 3841848 w 4736742"/>
              <a:gd name="connsiteY7" fmla="*/ 1773396 h 2886075"/>
              <a:gd name="connsiteX8" fmla="*/ 3143118 w 4736742"/>
              <a:gd name="connsiteY8" fmla="*/ 1229700 h 2886075"/>
              <a:gd name="connsiteX9" fmla="*/ 3001687 w 4736742"/>
              <a:gd name="connsiteY9" fmla="*/ 1140412 h 2886075"/>
              <a:gd name="connsiteX10" fmla="*/ 0 w 4736742"/>
              <a:gd name="connsiteY10" fmla="*/ 0 h 2886075"/>
              <a:gd name="connsiteX11" fmla="*/ 4736742 w 4736742"/>
              <a:gd name="connsiteY11" fmla="*/ 0 h 2886075"/>
              <a:gd name="connsiteX12" fmla="*/ 4736742 w 4736742"/>
              <a:gd name="connsiteY12" fmla="*/ 403133 h 2886075"/>
              <a:gd name="connsiteX13" fmla="*/ 2983047 w 4736742"/>
              <a:gd name="connsiteY13" fmla="*/ 1128644 h 2886075"/>
              <a:gd name="connsiteX14" fmla="*/ 2725801 w 4736742"/>
              <a:gd name="connsiteY14" fmla="*/ 966239 h 2886075"/>
              <a:gd name="connsiteX15" fmla="*/ 0 w 4736742"/>
              <a:gd name="connsiteY15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6742" h="2886075">
                <a:moveTo>
                  <a:pt x="4736742" y="1698078"/>
                </a:moveTo>
                <a:lnTo>
                  <a:pt x="4736742" y="2886075"/>
                </a:lnTo>
                <a:cubicBezTo>
                  <a:pt x="4648812" y="2663134"/>
                  <a:pt x="4422708" y="2339912"/>
                  <a:pt x="4069174" y="1987660"/>
                </a:cubicBezTo>
                <a:lnTo>
                  <a:pt x="4059289" y="1978343"/>
                </a:lnTo>
                <a:close/>
                <a:moveTo>
                  <a:pt x="4736742" y="422613"/>
                </a:moveTo>
                <a:lnTo>
                  <a:pt x="4736742" y="1678599"/>
                </a:lnTo>
                <a:lnTo>
                  <a:pt x="4044926" y="1964806"/>
                </a:lnTo>
                <a:lnTo>
                  <a:pt x="3841848" y="1773396"/>
                </a:lnTo>
                <a:cubicBezTo>
                  <a:pt x="3639810" y="1592890"/>
                  <a:pt x="3406452" y="1408689"/>
                  <a:pt x="3143118" y="1229700"/>
                </a:cubicBezTo>
                <a:lnTo>
                  <a:pt x="3001687" y="1140412"/>
                </a:lnTo>
                <a:close/>
                <a:moveTo>
                  <a:pt x="0" y="0"/>
                </a:moveTo>
                <a:lnTo>
                  <a:pt x="4736742" y="0"/>
                </a:lnTo>
                <a:lnTo>
                  <a:pt x="4736742" y="403133"/>
                </a:lnTo>
                <a:lnTo>
                  <a:pt x="2983047" y="1128644"/>
                </a:lnTo>
                <a:lnTo>
                  <a:pt x="2725801" y="966239"/>
                </a:lnTo>
                <a:cubicBezTo>
                  <a:pt x="1993362" y="537363"/>
                  <a:pt x="1077766" y="168895"/>
                  <a:pt x="0" y="0"/>
                </a:cubicBezTo>
                <a:close/>
              </a:path>
            </a:pathLst>
          </a:custGeom>
          <a:gradFill>
            <a:gsLst>
              <a:gs pos="77000">
                <a:srgbClr val="00175D"/>
              </a:gs>
              <a:gs pos="0">
                <a:srgbClr val="045CBD"/>
              </a:gs>
              <a:gs pos="100000">
                <a:srgbClr val="000F52"/>
              </a:gs>
            </a:gsLst>
            <a:lin ang="5400000" scaled="1"/>
          </a:gradFill>
          <a:ln>
            <a:noFill/>
          </a:ln>
          <a:effectLst>
            <a:outerShdw blurRad="127000" dist="127000" dir="10800000" algn="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65"/>
          </a:p>
        </p:txBody>
      </p:sp>
      <p:grpSp>
        <p:nvGrpSpPr>
          <p:cNvPr id="15" name="Group 14"/>
          <p:cNvGrpSpPr/>
          <p:nvPr userDrawn="1"/>
        </p:nvGrpSpPr>
        <p:grpSpPr>
          <a:xfrm rot="16200000" flipH="1">
            <a:off x="4530326" y="2241229"/>
            <a:ext cx="107192" cy="9149100"/>
            <a:chOff x="9168415" y="-514980"/>
            <a:chExt cx="677335" cy="14064208"/>
          </a:xfrm>
        </p:grpSpPr>
        <p:sp>
          <p:nvSpPr>
            <p:cNvPr id="16" name="Freeform 15"/>
            <p:cNvSpPr/>
            <p:nvPr userDrawn="1"/>
          </p:nvSpPr>
          <p:spPr>
            <a:xfrm>
              <a:off x="9176055" y="2850385"/>
              <a:ext cx="669695" cy="217688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9E1B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7" name="Freeform 16"/>
            <p:cNvSpPr/>
            <p:nvPr userDrawn="1"/>
          </p:nvSpPr>
          <p:spPr>
            <a:xfrm>
              <a:off x="9172939" y="4154095"/>
              <a:ext cx="665799" cy="9395133"/>
            </a:xfrm>
            <a:custGeom>
              <a:avLst/>
              <a:gdLst>
                <a:gd name="connsiteX0" fmla="*/ 0 w 523875"/>
                <a:gd name="connsiteY0" fmla="*/ 0 h 2105368"/>
                <a:gd name="connsiteX1" fmla="*/ 518418 w 523875"/>
                <a:gd name="connsiteY1" fmla="*/ 502515 h 2105368"/>
                <a:gd name="connsiteX2" fmla="*/ 514350 w 523875"/>
                <a:gd name="connsiteY2" fmla="*/ 905218 h 2105368"/>
                <a:gd name="connsiteX3" fmla="*/ 523875 w 523875"/>
                <a:gd name="connsiteY3" fmla="*/ 2105368 h 2105368"/>
                <a:gd name="connsiteX4" fmla="*/ 0 w 523875"/>
                <a:gd name="connsiteY4" fmla="*/ 2105368 h 2105368"/>
                <a:gd name="connsiteX0-1" fmla="*/ 0 w 523875"/>
                <a:gd name="connsiteY0-2" fmla="*/ 0 h 7342018"/>
                <a:gd name="connsiteX1-3" fmla="*/ 518418 w 523875"/>
                <a:gd name="connsiteY1-4" fmla="*/ 502515 h 7342018"/>
                <a:gd name="connsiteX2-5" fmla="*/ 514350 w 523875"/>
                <a:gd name="connsiteY2-6" fmla="*/ 905218 h 7342018"/>
                <a:gd name="connsiteX3-7" fmla="*/ 523875 w 523875"/>
                <a:gd name="connsiteY3-8" fmla="*/ 2105368 h 7342018"/>
                <a:gd name="connsiteX4-9" fmla="*/ 19008 w 523875"/>
                <a:gd name="connsiteY4-10" fmla="*/ 7342018 h 7342018"/>
                <a:gd name="connsiteX5" fmla="*/ 0 w 523875"/>
                <a:gd name="connsiteY5" fmla="*/ 0 h 7342018"/>
                <a:gd name="connsiteX0-11" fmla="*/ 0 w 518419"/>
                <a:gd name="connsiteY0-12" fmla="*/ 0 h 7428335"/>
                <a:gd name="connsiteX1-13" fmla="*/ 518418 w 518419"/>
                <a:gd name="connsiteY1-14" fmla="*/ 502515 h 7428335"/>
                <a:gd name="connsiteX2-15" fmla="*/ 514350 w 518419"/>
                <a:gd name="connsiteY2-16" fmla="*/ 905218 h 7428335"/>
                <a:gd name="connsiteX3-17" fmla="*/ 504867 w 518419"/>
                <a:gd name="connsiteY3-18" fmla="*/ 7428335 h 7428335"/>
                <a:gd name="connsiteX4-19" fmla="*/ 19008 w 518419"/>
                <a:gd name="connsiteY4-20" fmla="*/ 7342018 h 7428335"/>
                <a:gd name="connsiteX5-21" fmla="*/ 0 w 518419"/>
                <a:gd name="connsiteY5-22" fmla="*/ 0 h 7428335"/>
                <a:gd name="connsiteX0-23" fmla="*/ 0 w 518418"/>
                <a:gd name="connsiteY0-24" fmla="*/ 0 h 7342018"/>
                <a:gd name="connsiteX1-25" fmla="*/ 518418 w 518418"/>
                <a:gd name="connsiteY1-26" fmla="*/ 502515 h 7342018"/>
                <a:gd name="connsiteX2-27" fmla="*/ 514350 w 518418"/>
                <a:gd name="connsiteY2-28" fmla="*/ 905218 h 7342018"/>
                <a:gd name="connsiteX3-29" fmla="*/ 501352 w 518418"/>
                <a:gd name="connsiteY3-30" fmla="*/ 7305975 h 7342018"/>
                <a:gd name="connsiteX4-31" fmla="*/ 19008 w 518418"/>
                <a:gd name="connsiteY4-32" fmla="*/ 7342018 h 7342018"/>
                <a:gd name="connsiteX5-33" fmla="*/ 0 w 518418"/>
                <a:gd name="connsiteY5-34" fmla="*/ 0 h 7342018"/>
                <a:gd name="connsiteX0-35" fmla="*/ 0 w 518418"/>
                <a:gd name="connsiteY0-36" fmla="*/ 0 h 7315419"/>
                <a:gd name="connsiteX1-37" fmla="*/ 518418 w 518418"/>
                <a:gd name="connsiteY1-38" fmla="*/ 502515 h 7315419"/>
                <a:gd name="connsiteX2-39" fmla="*/ 514350 w 518418"/>
                <a:gd name="connsiteY2-40" fmla="*/ 905218 h 7315419"/>
                <a:gd name="connsiteX3-41" fmla="*/ 501352 w 518418"/>
                <a:gd name="connsiteY3-42" fmla="*/ 7305975 h 7315419"/>
                <a:gd name="connsiteX4-43" fmla="*/ 19008 w 518418"/>
                <a:gd name="connsiteY4-44" fmla="*/ 7315419 h 7315419"/>
                <a:gd name="connsiteX5-45" fmla="*/ 0 w 518418"/>
                <a:gd name="connsiteY5-46" fmla="*/ 0 h 73154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518418" h="7315419">
                  <a:moveTo>
                    <a:pt x="0" y="0"/>
                  </a:moveTo>
                  <a:lnTo>
                    <a:pt x="518418" y="502515"/>
                  </a:lnTo>
                  <a:lnTo>
                    <a:pt x="514350" y="905218"/>
                  </a:lnTo>
                  <a:cubicBezTo>
                    <a:pt x="510017" y="3038804"/>
                    <a:pt x="505685" y="5172389"/>
                    <a:pt x="501352" y="7305975"/>
                  </a:cubicBezTo>
                  <a:lnTo>
                    <a:pt x="19008" y="7315419"/>
                  </a:lnTo>
                  <a:cubicBezTo>
                    <a:pt x="19008" y="6613630"/>
                    <a:pt x="0" y="701789"/>
                    <a:pt x="0" y="0"/>
                  </a:cubicBezTo>
                  <a:close/>
                </a:path>
              </a:pathLst>
            </a:custGeom>
            <a:solidFill>
              <a:srgbClr val="F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8" name="Freeform 17"/>
            <p:cNvSpPr/>
            <p:nvPr userDrawn="1"/>
          </p:nvSpPr>
          <p:spPr>
            <a:xfrm flipH="1">
              <a:off x="9168415" y="816239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348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  <p:sp>
          <p:nvSpPr>
            <p:cNvPr id="19" name="Freeform 18"/>
            <p:cNvSpPr/>
            <p:nvPr userDrawn="1"/>
          </p:nvSpPr>
          <p:spPr>
            <a:xfrm flipH="1">
              <a:off x="9168415" y="-514980"/>
              <a:ext cx="677335" cy="2106498"/>
            </a:xfrm>
            <a:custGeom>
              <a:avLst/>
              <a:gdLst>
                <a:gd name="connsiteX0" fmla="*/ 0 w 521451"/>
                <a:gd name="connsiteY0" fmla="*/ 1670707 h 1695011"/>
                <a:gd name="connsiteX1" fmla="*/ 25073 w 521451"/>
                <a:gd name="connsiteY1" fmla="*/ 1695011 h 1695011"/>
                <a:gd name="connsiteX2" fmla="*/ 0 w 521451"/>
                <a:gd name="connsiteY2" fmla="*/ 1695011 h 1695011"/>
                <a:gd name="connsiteX3" fmla="*/ 0 w 521451"/>
                <a:gd name="connsiteY3" fmla="*/ 0 h 1695011"/>
                <a:gd name="connsiteX4" fmla="*/ 21147 w 521451"/>
                <a:gd name="connsiteY4" fmla="*/ 0 h 1695011"/>
                <a:gd name="connsiteX5" fmla="*/ 517727 w 521451"/>
                <a:gd name="connsiteY5" fmla="*/ 481348 h 1695011"/>
                <a:gd name="connsiteX6" fmla="*/ 514350 w 521451"/>
                <a:gd name="connsiteY6" fmla="*/ 745805 h 1695011"/>
                <a:gd name="connsiteX7" fmla="*/ 521451 w 521451"/>
                <a:gd name="connsiteY7" fmla="*/ 1453457 h 1695011"/>
                <a:gd name="connsiteX8" fmla="*/ 242186 w 521451"/>
                <a:gd name="connsiteY8" fmla="*/ 1189133 h 1695011"/>
                <a:gd name="connsiteX9" fmla="*/ 0 w 521451"/>
                <a:gd name="connsiteY9" fmla="*/ 947153 h 1695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1451" h="1695011">
                  <a:moveTo>
                    <a:pt x="0" y="1670707"/>
                  </a:moveTo>
                  <a:lnTo>
                    <a:pt x="25073" y="1695011"/>
                  </a:lnTo>
                  <a:lnTo>
                    <a:pt x="0" y="1695011"/>
                  </a:lnTo>
                  <a:close/>
                  <a:moveTo>
                    <a:pt x="0" y="0"/>
                  </a:moveTo>
                  <a:lnTo>
                    <a:pt x="21147" y="0"/>
                  </a:lnTo>
                  <a:lnTo>
                    <a:pt x="517727" y="481348"/>
                  </a:lnTo>
                  <a:lnTo>
                    <a:pt x="514350" y="745805"/>
                  </a:lnTo>
                  <a:lnTo>
                    <a:pt x="521451" y="1453457"/>
                  </a:lnTo>
                  <a:lnTo>
                    <a:pt x="242186" y="1189133"/>
                  </a:lnTo>
                  <a:lnTo>
                    <a:pt x="0" y="94715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5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-635"/>
            <a:ext cx="9144000" cy="6858635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115570"/>
            <a:ext cx="2600325" cy="545465"/>
          </a:xfrm>
          <a:prstGeom prst="rect">
            <a:avLst/>
          </a:prstGeom>
        </p:spPr>
      </p:pic>
      <p:pic>
        <p:nvPicPr>
          <p:cNvPr id="52" name="Gambar 4" descr="Sebuah gambar berisi teks, membaca, tanda, jam&#10;&#10;Deskripsi dibuat secara otomat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861" y="5450097"/>
            <a:ext cx="1915148" cy="4715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340" y="0"/>
            <a:ext cx="7439660" cy="68573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278731" y="2384584"/>
            <a:ext cx="6307931" cy="1659731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altLang="en-US" sz="405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GLC WSS</a:t>
            </a:r>
            <a:endParaRPr lang="en-GB" altLang="en-US" sz="4050" b="1" dirty="0">
              <a:solidFill>
                <a:srgbClr val="2F3C7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10259999" y="90000"/>
            <a:ext cx="360000" cy="360000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id-ID" b="1">
                <a:solidFill>
                  <a:schemeClr val="bg1"/>
                </a:solidFill>
                <a:latin typeface="Bahnschrift" panose="020B0502040204020203" pitchFamily="34" charset="0"/>
              </a:rPr>
            </a:fld>
            <a:endParaRPr lang="id-ID" b="1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GLC 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0983456" y="1277128"/>
            <a:ext cx="1663751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—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0790072" y="2110245"/>
            <a:ext cx="419283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GAP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10885951" y="2401881"/>
          <a:ext cx="4135673" cy="3679770"/>
        </p:xfrm>
        <a:graphic>
          <a:graphicData uri="http://schemas.openxmlformats.org/drawingml/2006/table">
            <a:tbl>
              <a:tblPr/>
              <a:tblGrid>
                <a:gridCol w="390617"/>
                <a:gridCol w="1501979"/>
                <a:gridCol w="771058"/>
                <a:gridCol w="806106"/>
                <a:gridCol w="665913"/>
              </a:tblGrid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| Model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10259999" y="90000"/>
            <a:ext cx="360000" cy="360000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id-ID" b="1">
                <a:solidFill>
                  <a:schemeClr val="bg1"/>
                </a:solidFill>
                <a:latin typeface="Bahnschrift" panose="020B0502040204020203" pitchFamily="34" charset="0"/>
              </a:rPr>
            </a:fld>
            <a:endParaRPr lang="id-ID" b="1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LIST ITEM 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0983456" y="1277128"/>
            <a:ext cx="1663751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—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0790072" y="2110245"/>
            <a:ext cx="419283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GAP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10885951" y="2401881"/>
          <a:ext cx="4135673" cy="3679770"/>
        </p:xfrm>
        <a:graphic>
          <a:graphicData uri="http://schemas.openxmlformats.org/drawingml/2006/table">
            <a:tbl>
              <a:tblPr/>
              <a:tblGrid>
                <a:gridCol w="390617"/>
                <a:gridCol w="1501979"/>
                <a:gridCol w="771058"/>
                <a:gridCol w="806106"/>
                <a:gridCol w="665913"/>
              </a:tblGrid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| Model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68"/>
          <p:cNvSpPr>
            <a:spLocks noGrp="1" noChangeAspect="1"/>
          </p:cNvSpPr>
          <p:nvPr/>
        </p:nvSpPr>
        <p:spPr>
          <a:xfrm>
            <a:off x="10259999" y="90000"/>
            <a:ext cx="360000" cy="360000"/>
          </a:xfrm>
          <a:prstGeom prst="ellipse">
            <a:avLst/>
          </a:prstGeom>
          <a:ln w="28575">
            <a:solidFill>
              <a:schemeClr val="bg1"/>
            </a:solidFill>
          </a:ln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id-ID" b="1">
                <a:solidFill>
                  <a:schemeClr val="bg1"/>
                </a:solidFill>
                <a:latin typeface="Bahnschrift" panose="020B0502040204020203" pitchFamily="34" charset="0"/>
              </a:rPr>
            </a:fld>
            <a:endParaRPr lang="id-ID" b="1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20040" y="-3683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altLang="en-US" sz="2600" b="1" dirty="0">
                <a:solidFill>
                  <a:srgbClr val="2F3C7E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Bahnschrift" panose="020B0502040204020203" pitchFamily="34" charset="0"/>
              </a:rPr>
              <a:t>LIST ITEM </a:t>
            </a:r>
            <a:endParaRPr lang="en-GB" altLang="en-US" sz="2600" b="1" dirty="0">
              <a:solidFill>
                <a:srgbClr val="2F3C7E"/>
              </a:solidFill>
              <a:latin typeface="Bahnschrift" panose="020B0502040204020203" pitchFamily="34" charset="0"/>
              <a:ea typeface="Cambria" panose="02040503050406030204" pitchFamily="34" charset="-122"/>
              <a:cs typeface="Bahnschrift" panose="020B0502040204020203" pitchFamily="34" charset="0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0983456" y="1277128"/>
            <a:ext cx="1663751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Bahnschrift" panose="020B0502040204020203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—</a:t>
            </a:r>
            <a:endParaRPr lang="en-US" sz="1400" dirty="0">
              <a:latin typeface="Bahnschrift" panose="020B0502040204020203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10790072" y="2110245"/>
            <a:ext cx="419283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 TOP 10 GAP TERENDAH  (SALES ORDER &lt; MDFO)</a:t>
            </a:r>
            <a:endParaRPr lang="en-US" sz="1200" dirty="0">
              <a:latin typeface="Bahnschrift" panose="020B0502040204020203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Bahnschrift" panose="020B050204020402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>
              <a:latin typeface="Bahnschrift" panose="020B0502040204020203" pitchFamily="34" charset="0"/>
            </a:endParaRPr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10885951" y="2401881"/>
          <a:ext cx="4135673" cy="3679770"/>
        </p:xfrm>
        <a:graphic>
          <a:graphicData uri="http://schemas.openxmlformats.org/drawingml/2006/table">
            <a:tbl>
              <a:tblPr/>
              <a:tblGrid>
                <a:gridCol w="390617"/>
                <a:gridCol w="1501979"/>
                <a:gridCol w="771058"/>
                <a:gridCol w="806106"/>
                <a:gridCol w="665913"/>
              </a:tblGrid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Customer | Model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MDFO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Sales Order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GAP</a:t>
                      </a:r>
                      <a:endParaRPr lang="en-US" sz="100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83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7CCDA"/>
                          </a:solidFill>
                          <a:latin typeface="Bahnschrift" panose="020B0502040204020203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950" dirty="0">
                        <a:latin typeface="Bahnschrift" panose="020B0502040204020203" pitchFamily="3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4" descr="Sebuah gambar berisi teks, membaca, tanda, jam&#10;&#10;Deskripsi dibuat secara otomatis"/>
          <p:cNvPicPr>
            <a:picLocks noChangeAspect="1"/>
          </p:cNvPicPr>
          <p:nvPr/>
        </p:nvPicPr>
        <p:blipFill>
          <a:blip r:embed="rId1">
            <a:lum contrast="72000"/>
          </a:blip>
          <a:stretch>
            <a:fillRect/>
          </a:stretch>
        </p:blipFill>
        <p:spPr>
          <a:xfrm>
            <a:off x="5252629" y="3569040"/>
            <a:ext cx="3171864" cy="779119"/>
          </a:xfrm>
          <a:prstGeom prst="rect">
            <a:avLst/>
          </a:prstGeom>
        </p:spPr>
      </p:pic>
      <p:pic>
        <p:nvPicPr>
          <p:cNvPr id="106" name="Picture 105"/>
          <p:cNvPicPr/>
          <p:nvPr/>
        </p:nvPicPr>
        <p:blipFill>
          <a:blip r:embed="rId2"/>
          <a:srcRect r="5472"/>
          <a:stretch>
            <a:fillRect/>
          </a:stretch>
        </p:blipFill>
        <p:spPr>
          <a:xfrm>
            <a:off x="793733" y="2100167"/>
            <a:ext cx="4458901" cy="265767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7205345" y="4553588"/>
            <a:ext cx="406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433</Words>
  <Application>WPS Presentation</Application>
  <PresentationFormat>On-screen Show (4:3)</PresentationFormat>
  <Paragraphs>362</Paragraphs>
  <Slides>5</Slides>
  <Notes>2</Notes>
  <HiddenSlides>4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 Unicode MS</vt:lpstr>
      <vt:lpstr>Calibri</vt:lpstr>
      <vt:lpstr>Cambria</vt:lpstr>
      <vt:lpstr>Cambria</vt:lpstr>
      <vt:lpstr>Cambria</vt:lpstr>
      <vt:lpstr>Bahnschrift</vt:lpstr>
      <vt:lpstr>Calibri</vt:lpstr>
      <vt:lpstr>Calibri</vt:lpstr>
      <vt:lpstr>Calibri</vt:lpstr>
      <vt:lpstr>Microsoft YaHei</vt:lpstr>
      <vt:lpstr>Arial Unicode MS</vt:lpstr>
      <vt:lpstr>Calibri Light</vt:lpstr>
      <vt:lpstr>Office 2013 - 2022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DIVA</dc:creator>
  <cp:lastModifiedBy>PC MAJ TBN IT</cp:lastModifiedBy>
  <cp:revision>3563</cp:revision>
  <dcterms:created xsi:type="dcterms:W3CDTF">2023-06-15T04:05:00Z</dcterms:created>
  <dcterms:modified xsi:type="dcterms:W3CDTF">2026-09-01T09:39:00Z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B48AC2D6D527492A8F72E8C22DA81B06_13</vt:lpwstr>
  </property>
  <property fmtid="{D5CDD505-2E9C-101B-9397-08002B2CF9AE}" pid="3" name="KSOProductBuildVer">
    <vt:lpwstr>1033-12.1.0.28032</vt:lpwstr>
  </property>
</Properties>
</file>