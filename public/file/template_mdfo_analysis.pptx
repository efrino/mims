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305" r:id="rId3"/>
    <p:sldId id="2831" r:id="rId5"/>
    <p:sldId id="2832" r:id="rId6"/>
    <p:sldId id="2817" r:id="rId7"/>
    <p:sldId id="2830" r:id="rId8"/>
    <p:sldId id="2761" r:id="rId9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92" userDrawn="1">
          <p15:clr>
            <a:srgbClr val="A4A3A4"/>
          </p15:clr>
        </p15:guide>
        <p15:guide id="2" pos="308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r Adachi" initials="MA" lastIdx="1" clrIdx="0"/>
  <p:cmAuthor id="1" name="Andi Gilang" initials="AG" lastIdx="2" clrIdx="0"/>
  <p:cmAuthor id="2" name="nidiarnaufal@gmail.com" initials="n" lastIdx="1" clrIdx="1"/>
  <p:cmAuthor id="3" name="028-NB-TBN" initials="0" lastIdx="2" clrIdx="2"/>
  <p:cmAuthor id="4" name="Dian Antony" initials="DA" lastIdx="1" clrIdx="3"/>
  <p:cmAuthor id="5" name="022-CPU-TBN_2" initials="0" lastIdx="1" clrIdx="4"/>
  <p:cmAuthor id="6" name="hari laksono" initials="hl" lastIdx="1" clrIdx="5"/>
  <p:cmAuthor id="7" name="188-TBN" initials="1" lastIdx="1" clrIdx="6"/>
  <p:cmAuthor id="8" name="189-CPU-TBN" initials="1" lastIdx="1" clrIdx="7"/>
  <p:cmAuthor id="9" name="159-CPU-TBN_2" initials="1" lastIdx="1" clrIdx="8"/>
  <p:cmAuthor id="11" name="187-CPU-TBN1" initials="1" lastIdx="0" clrIdx="10"/>
  <p:cmAuthor id="12" name="Author" initials="A" lastIdx="0" clrIdx="11"/>
  <p:cmAuthor id="13" name="UNrev1945" initials="U" lastIdx="0" clrIdx="12"/>
  <p:cmAuthor id="14" name="IT" initials="I" lastIdx="0" clrIdx="13"/>
  <p:cmAuthor id="15" name="87-NB-TBN" initials="8" lastIdx="0" clrIdx="14"/>
  <p:cmAuthor id="16" name="RND TECHNICAL" initials="R" lastIdx="0" clrIdx="15"/>
  <p:cmAuthor id="17" name="Ibnu Kusuma" initials="IK" lastIdx="0" clrIdx="16"/>
  <p:cmAuthor id="18" name="MAJ-EG-002" initials="M" lastIdx="0" clrIdx="17"/>
  <p:cmAuthor id="19" name="MAJ" initials="M" lastIdx="0" clrIdx="1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8FC"/>
    <a:srgbClr val="FFFFFF"/>
    <a:srgbClr val="0711E9"/>
    <a:srgbClr val="DEEBF7"/>
    <a:srgbClr val="1E8449"/>
    <a:srgbClr val="2F3C7E"/>
    <a:srgbClr val="5B9BD5"/>
    <a:srgbClr val="FF5757"/>
    <a:srgbClr val="9DC3E6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3" autoAdjust="0"/>
    <p:restoredTop sz="95501" autoAdjust="0"/>
  </p:normalViewPr>
  <p:slideViewPr>
    <p:cSldViewPr snapToGrid="0" showGuides="1">
      <p:cViewPr varScale="1">
        <p:scale>
          <a:sx n="111" d="100"/>
          <a:sy n="111" d="100"/>
        </p:scale>
        <p:origin x="1602" y="102"/>
      </p:cViewPr>
      <p:guideLst>
        <p:guide orient="horz" pos="2392"/>
        <p:guide pos="3089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FF666-4F56-4DB7-8AEE-CD17BA201039}" type="datetimeFigureOut">
              <a:rPr lang="en-ID" smtClean="0"/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72887-8B41-4A5C-9199-0763FDB0C314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29962-C018-4279-8311-E426E694CCC8}" type="datetimeFigureOut">
              <a:rPr lang="en-ID" smtClean="0"/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7C38F-5541-4F57-B7AB-5744D5AE8647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1pPr>
    <a:lvl2pPr marL="70421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2pPr>
    <a:lvl3pPr marL="1408430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3pPr>
    <a:lvl4pPr marL="211264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4pPr>
    <a:lvl5pPr marL="2816860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5pPr>
    <a:lvl6pPr marL="352107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6pPr>
    <a:lvl7pPr marL="422592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7pPr>
    <a:lvl8pPr marL="4930140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8pPr>
    <a:lvl9pPr marL="563435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4968875" y="1252538"/>
            <a:ext cx="4511675" cy="3382962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tutorial to use the website (user manual) and added </a:t>
            </a:r>
            <a:r>
              <a:rPr lang="en-US" dirty="0" err="1"/>
              <a:t>ttd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persetujuan</a:t>
            </a:r>
            <a:r>
              <a:rPr lang="en-US" baseline="0" dirty="0"/>
              <a:t> assignment from </a:t>
            </a:r>
            <a:r>
              <a:rPr lang="en-US" baseline="0" dirty="0" err="1"/>
              <a:t>atasan</a:t>
            </a:r>
            <a:r>
              <a:rPr lang="en-US" baseline="0" dirty="0"/>
              <a:t> like </a:t>
            </a:r>
            <a:r>
              <a:rPr lang="en-US" baseline="0" dirty="0" err="1"/>
              <a:t>pak</a:t>
            </a:r>
            <a:r>
              <a:rPr lang="en-US" baseline="0" dirty="0"/>
              <a:t> </a:t>
            </a:r>
            <a:r>
              <a:rPr lang="en-US" baseline="0" dirty="0" err="1"/>
              <a:t>rohman</a:t>
            </a:r>
            <a:r>
              <a:rPr lang="en-US" baseline="0" dirty="0"/>
              <a:t>, </a:t>
            </a:r>
            <a:r>
              <a:rPr lang="en-US" baseline="0" dirty="0" err="1"/>
              <a:t>pak</a:t>
            </a:r>
            <a:r>
              <a:rPr lang="en-US" baseline="0" dirty="0"/>
              <a:t> </a:t>
            </a:r>
            <a:r>
              <a:rPr lang="en-US" baseline="0" dirty="0" err="1"/>
              <a:t>dody</a:t>
            </a:r>
            <a:r>
              <a:rPr lang="en-US" baseline="0" dirty="0"/>
              <a:t>, </a:t>
            </a:r>
            <a:r>
              <a:rPr lang="en-US" baseline="0" dirty="0" err="1"/>
              <a:t>pak</a:t>
            </a:r>
            <a:r>
              <a:rPr lang="en-US" baseline="0" dirty="0"/>
              <a:t> </a:t>
            </a:r>
            <a:r>
              <a:rPr lang="en-US" baseline="0" dirty="0" err="1"/>
              <a:t>rudy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7C38F-5541-4F57-B7AB-5744D5AE8647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AE4C8-1D08-4989-8390-56B4A93B85D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37" name="Group 36"/>
          <p:cNvGrpSpPr/>
          <p:nvPr userDrawn="1"/>
        </p:nvGrpSpPr>
        <p:grpSpPr>
          <a:xfrm rot="16200000" flipH="1">
            <a:off x="4530326" y="2241229"/>
            <a:ext cx="107192" cy="9149100"/>
            <a:chOff x="9168415" y="-514980"/>
            <a:chExt cx="677335" cy="14064208"/>
          </a:xfrm>
        </p:grpSpPr>
        <p:sp>
          <p:nvSpPr>
            <p:cNvPr id="38" name="Freeform 37"/>
            <p:cNvSpPr/>
            <p:nvPr userDrawn="1"/>
          </p:nvSpPr>
          <p:spPr>
            <a:xfrm>
              <a:off x="9176055" y="2850385"/>
              <a:ext cx="669695" cy="217688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9E1B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39" name="Freeform 38"/>
            <p:cNvSpPr/>
            <p:nvPr userDrawn="1"/>
          </p:nvSpPr>
          <p:spPr>
            <a:xfrm>
              <a:off x="9172939" y="4154095"/>
              <a:ext cx="665799" cy="9395133"/>
            </a:xfrm>
            <a:custGeom>
              <a:avLst/>
              <a:gdLst>
                <a:gd name="connsiteX0" fmla="*/ 0 w 523875"/>
                <a:gd name="connsiteY0" fmla="*/ 0 h 2105368"/>
                <a:gd name="connsiteX1" fmla="*/ 518418 w 523875"/>
                <a:gd name="connsiteY1" fmla="*/ 502515 h 2105368"/>
                <a:gd name="connsiteX2" fmla="*/ 514350 w 523875"/>
                <a:gd name="connsiteY2" fmla="*/ 905218 h 2105368"/>
                <a:gd name="connsiteX3" fmla="*/ 523875 w 523875"/>
                <a:gd name="connsiteY3" fmla="*/ 2105368 h 2105368"/>
                <a:gd name="connsiteX4" fmla="*/ 0 w 523875"/>
                <a:gd name="connsiteY4" fmla="*/ 2105368 h 2105368"/>
                <a:gd name="connsiteX0-1" fmla="*/ 0 w 523875"/>
                <a:gd name="connsiteY0-2" fmla="*/ 0 h 7342018"/>
                <a:gd name="connsiteX1-3" fmla="*/ 518418 w 523875"/>
                <a:gd name="connsiteY1-4" fmla="*/ 502515 h 7342018"/>
                <a:gd name="connsiteX2-5" fmla="*/ 514350 w 523875"/>
                <a:gd name="connsiteY2-6" fmla="*/ 905218 h 7342018"/>
                <a:gd name="connsiteX3-7" fmla="*/ 523875 w 523875"/>
                <a:gd name="connsiteY3-8" fmla="*/ 2105368 h 7342018"/>
                <a:gd name="connsiteX4-9" fmla="*/ 19008 w 523875"/>
                <a:gd name="connsiteY4-10" fmla="*/ 7342018 h 7342018"/>
                <a:gd name="connsiteX5" fmla="*/ 0 w 523875"/>
                <a:gd name="connsiteY5" fmla="*/ 0 h 7342018"/>
                <a:gd name="connsiteX0-11" fmla="*/ 0 w 518419"/>
                <a:gd name="connsiteY0-12" fmla="*/ 0 h 7428335"/>
                <a:gd name="connsiteX1-13" fmla="*/ 518418 w 518419"/>
                <a:gd name="connsiteY1-14" fmla="*/ 502515 h 7428335"/>
                <a:gd name="connsiteX2-15" fmla="*/ 514350 w 518419"/>
                <a:gd name="connsiteY2-16" fmla="*/ 905218 h 7428335"/>
                <a:gd name="connsiteX3-17" fmla="*/ 504867 w 518419"/>
                <a:gd name="connsiteY3-18" fmla="*/ 7428335 h 7428335"/>
                <a:gd name="connsiteX4-19" fmla="*/ 19008 w 518419"/>
                <a:gd name="connsiteY4-20" fmla="*/ 7342018 h 7428335"/>
                <a:gd name="connsiteX5-21" fmla="*/ 0 w 518419"/>
                <a:gd name="connsiteY5-22" fmla="*/ 0 h 7428335"/>
                <a:gd name="connsiteX0-23" fmla="*/ 0 w 518418"/>
                <a:gd name="connsiteY0-24" fmla="*/ 0 h 7342018"/>
                <a:gd name="connsiteX1-25" fmla="*/ 518418 w 518418"/>
                <a:gd name="connsiteY1-26" fmla="*/ 502515 h 7342018"/>
                <a:gd name="connsiteX2-27" fmla="*/ 514350 w 518418"/>
                <a:gd name="connsiteY2-28" fmla="*/ 905218 h 7342018"/>
                <a:gd name="connsiteX3-29" fmla="*/ 501352 w 518418"/>
                <a:gd name="connsiteY3-30" fmla="*/ 7305975 h 7342018"/>
                <a:gd name="connsiteX4-31" fmla="*/ 19008 w 518418"/>
                <a:gd name="connsiteY4-32" fmla="*/ 7342018 h 7342018"/>
                <a:gd name="connsiteX5-33" fmla="*/ 0 w 518418"/>
                <a:gd name="connsiteY5-34" fmla="*/ 0 h 7342018"/>
                <a:gd name="connsiteX0-35" fmla="*/ 0 w 518418"/>
                <a:gd name="connsiteY0-36" fmla="*/ 0 h 7315419"/>
                <a:gd name="connsiteX1-37" fmla="*/ 518418 w 518418"/>
                <a:gd name="connsiteY1-38" fmla="*/ 502515 h 7315419"/>
                <a:gd name="connsiteX2-39" fmla="*/ 514350 w 518418"/>
                <a:gd name="connsiteY2-40" fmla="*/ 905218 h 7315419"/>
                <a:gd name="connsiteX3-41" fmla="*/ 501352 w 518418"/>
                <a:gd name="connsiteY3-42" fmla="*/ 7305975 h 7315419"/>
                <a:gd name="connsiteX4-43" fmla="*/ 19008 w 518418"/>
                <a:gd name="connsiteY4-44" fmla="*/ 7315419 h 7315419"/>
                <a:gd name="connsiteX5-45" fmla="*/ 0 w 518418"/>
                <a:gd name="connsiteY5-46" fmla="*/ 0 h 73154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518418" h="7315419">
                  <a:moveTo>
                    <a:pt x="0" y="0"/>
                  </a:moveTo>
                  <a:lnTo>
                    <a:pt x="518418" y="502515"/>
                  </a:lnTo>
                  <a:lnTo>
                    <a:pt x="514350" y="905218"/>
                  </a:lnTo>
                  <a:cubicBezTo>
                    <a:pt x="510017" y="3038804"/>
                    <a:pt x="505685" y="5172389"/>
                    <a:pt x="501352" y="7305975"/>
                  </a:cubicBezTo>
                  <a:lnTo>
                    <a:pt x="19008" y="7315419"/>
                  </a:lnTo>
                  <a:cubicBezTo>
                    <a:pt x="19008" y="6613630"/>
                    <a:pt x="0" y="701789"/>
                    <a:pt x="0" y="0"/>
                  </a:cubicBezTo>
                  <a:close/>
                </a:path>
              </a:pathLst>
            </a:cu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0" name="Freeform 39"/>
            <p:cNvSpPr/>
            <p:nvPr userDrawn="1"/>
          </p:nvSpPr>
          <p:spPr>
            <a:xfrm flipH="1">
              <a:off x="9168415" y="816239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348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1" name="Freeform 40"/>
            <p:cNvSpPr/>
            <p:nvPr userDrawn="1"/>
          </p:nvSpPr>
          <p:spPr>
            <a:xfrm flipH="1">
              <a:off x="9168415" y="-514980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</p:grpSp>
      <p:grpSp>
        <p:nvGrpSpPr>
          <p:cNvPr id="2" name="Group 3"/>
          <p:cNvGrpSpPr/>
          <p:nvPr userDrawn="1"/>
        </p:nvGrpSpPr>
        <p:grpSpPr>
          <a:xfrm rot="5400000">
            <a:off x="4338459" y="-4329094"/>
            <a:ext cx="476489" cy="9134666"/>
            <a:chOff x="924330" y="147757"/>
            <a:chExt cx="751914" cy="6290465"/>
          </a:xfrm>
        </p:grpSpPr>
        <p:sp>
          <p:nvSpPr>
            <p:cNvPr id="3" name="Rectangle 4"/>
            <p:cNvSpPr/>
            <p:nvPr userDrawn="1"/>
          </p:nvSpPr>
          <p:spPr>
            <a:xfrm rot="16200000">
              <a:off x="-1844945" y="2917032"/>
              <a:ext cx="6290464" cy="751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7" name="Rectangle 9"/>
            <p:cNvSpPr/>
            <p:nvPr userDrawn="1"/>
          </p:nvSpPr>
          <p:spPr>
            <a:xfrm rot="16200000">
              <a:off x="1063389" y="114592"/>
              <a:ext cx="473802" cy="540140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6306" h="669347">
                  <a:moveTo>
                    <a:pt x="233998" y="0"/>
                  </a:moveTo>
                  <a:lnTo>
                    <a:pt x="846306" y="282"/>
                  </a:lnTo>
                  <a:lnTo>
                    <a:pt x="846306" y="669347"/>
                  </a:lnTo>
                  <a:lnTo>
                    <a:pt x="0" y="669347"/>
                  </a:lnTo>
                  <a:lnTo>
                    <a:pt x="233998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8" name="Rectangle 9"/>
            <p:cNvSpPr/>
            <p:nvPr userDrawn="1"/>
          </p:nvSpPr>
          <p:spPr>
            <a:xfrm rot="16200000">
              <a:off x="1140942" y="37039"/>
              <a:ext cx="322134" cy="543579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  <a:gd name="connsiteX0-31" fmla="*/ 262112 w 874420"/>
                <a:gd name="connsiteY0-32" fmla="*/ 0 h 673609"/>
                <a:gd name="connsiteX1-33" fmla="*/ 874420 w 874420"/>
                <a:gd name="connsiteY1-34" fmla="*/ 282 h 673609"/>
                <a:gd name="connsiteX2-35" fmla="*/ 874420 w 874420"/>
                <a:gd name="connsiteY2-36" fmla="*/ 669347 h 673609"/>
                <a:gd name="connsiteX3-37" fmla="*/ 0 w 874420"/>
                <a:gd name="connsiteY3-38" fmla="*/ 673609 h 673609"/>
                <a:gd name="connsiteX4-39" fmla="*/ 262112 w 874420"/>
                <a:gd name="connsiteY4-40" fmla="*/ 0 h 673609"/>
                <a:gd name="connsiteX0-41" fmla="*/ 280855 w 893163"/>
                <a:gd name="connsiteY0-42" fmla="*/ 0 h 673609"/>
                <a:gd name="connsiteX1-43" fmla="*/ 893163 w 893163"/>
                <a:gd name="connsiteY1-44" fmla="*/ 282 h 673609"/>
                <a:gd name="connsiteX2-45" fmla="*/ 893163 w 893163"/>
                <a:gd name="connsiteY2-46" fmla="*/ 669347 h 673609"/>
                <a:gd name="connsiteX3-47" fmla="*/ 0 w 893163"/>
                <a:gd name="connsiteY3-48" fmla="*/ 673609 h 673609"/>
                <a:gd name="connsiteX4-49" fmla="*/ 280855 w 893163"/>
                <a:gd name="connsiteY4-50" fmla="*/ 0 h 6736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93163" h="673609">
                  <a:moveTo>
                    <a:pt x="280855" y="0"/>
                  </a:moveTo>
                  <a:lnTo>
                    <a:pt x="893163" y="282"/>
                  </a:lnTo>
                  <a:lnTo>
                    <a:pt x="893163" y="669347"/>
                  </a:lnTo>
                  <a:lnTo>
                    <a:pt x="0" y="673609"/>
                  </a:lnTo>
                  <a:lnTo>
                    <a:pt x="280855" y="0"/>
                  </a:lnTo>
                  <a:close/>
                </a:path>
              </a:pathLst>
            </a:cu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9" name="Rectangle 7"/>
            <p:cNvSpPr/>
            <p:nvPr userDrawn="1"/>
          </p:nvSpPr>
          <p:spPr>
            <a:xfrm rot="16200000" flipV="1">
              <a:off x="-1528266" y="3250964"/>
              <a:ext cx="6290464" cy="84051"/>
            </a:xfrm>
            <a:prstGeom prst="rect">
              <a:avLst/>
            </a:pr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</p:grpSp>
      <p:pic>
        <p:nvPicPr>
          <p:cNvPr id="15" name="Gambar 14" descr="Sebuah gambar berisi teks, Grafis, Font, logo&#10;&#10;Deskripsi dibuat secara otomati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-56205"/>
            <a:ext cx="1715617" cy="513604"/>
          </a:xfrm>
          <a:prstGeom prst="rect">
            <a:avLst/>
          </a:prstGeom>
        </p:spPr>
      </p:pic>
      <p:pic>
        <p:nvPicPr>
          <p:cNvPr id="17" name="Gambar 16" descr="Sebuah gambar berisi teks, Font, Grafis, cuplikan layar&#10;&#10;Deskripsi dibuat secara otomatis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647" y="48484"/>
            <a:ext cx="1394456" cy="363764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AE4C8-1D08-4989-8390-56B4A93B85D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37" name="Group 36"/>
          <p:cNvGrpSpPr/>
          <p:nvPr userDrawn="1"/>
        </p:nvGrpSpPr>
        <p:grpSpPr>
          <a:xfrm rot="16200000" flipH="1">
            <a:off x="4516483" y="3176006"/>
            <a:ext cx="134718" cy="7279551"/>
            <a:chOff x="9168415" y="-514980"/>
            <a:chExt cx="677335" cy="14064208"/>
          </a:xfrm>
        </p:grpSpPr>
        <p:sp>
          <p:nvSpPr>
            <p:cNvPr id="38" name="Freeform 37"/>
            <p:cNvSpPr/>
            <p:nvPr userDrawn="1"/>
          </p:nvSpPr>
          <p:spPr>
            <a:xfrm>
              <a:off x="9176055" y="2850385"/>
              <a:ext cx="669695" cy="217688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9E1B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39" name="Freeform 38"/>
            <p:cNvSpPr/>
            <p:nvPr userDrawn="1"/>
          </p:nvSpPr>
          <p:spPr>
            <a:xfrm>
              <a:off x="9172939" y="4154095"/>
              <a:ext cx="665799" cy="9395133"/>
            </a:xfrm>
            <a:custGeom>
              <a:avLst/>
              <a:gdLst>
                <a:gd name="connsiteX0" fmla="*/ 0 w 523875"/>
                <a:gd name="connsiteY0" fmla="*/ 0 h 2105368"/>
                <a:gd name="connsiteX1" fmla="*/ 518418 w 523875"/>
                <a:gd name="connsiteY1" fmla="*/ 502515 h 2105368"/>
                <a:gd name="connsiteX2" fmla="*/ 514350 w 523875"/>
                <a:gd name="connsiteY2" fmla="*/ 905218 h 2105368"/>
                <a:gd name="connsiteX3" fmla="*/ 523875 w 523875"/>
                <a:gd name="connsiteY3" fmla="*/ 2105368 h 2105368"/>
                <a:gd name="connsiteX4" fmla="*/ 0 w 523875"/>
                <a:gd name="connsiteY4" fmla="*/ 2105368 h 2105368"/>
                <a:gd name="connsiteX0-1" fmla="*/ 0 w 523875"/>
                <a:gd name="connsiteY0-2" fmla="*/ 0 h 7342018"/>
                <a:gd name="connsiteX1-3" fmla="*/ 518418 w 523875"/>
                <a:gd name="connsiteY1-4" fmla="*/ 502515 h 7342018"/>
                <a:gd name="connsiteX2-5" fmla="*/ 514350 w 523875"/>
                <a:gd name="connsiteY2-6" fmla="*/ 905218 h 7342018"/>
                <a:gd name="connsiteX3-7" fmla="*/ 523875 w 523875"/>
                <a:gd name="connsiteY3-8" fmla="*/ 2105368 h 7342018"/>
                <a:gd name="connsiteX4-9" fmla="*/ 19008 w 523875"/>
                <a:gd name="connsiteY4-10" fmla="*/ 7342018 h 7342018"/>
                <a:gd name="connsiteX5" fmla="*/ 0 w 523875"/>
                <a:gd name="connsiteY5" fmla="*/ 0 h 7342018"/>
                <a:gd name="connsiteX0-11" fmla="*/ 0 w 518419"/>
                <a:gd name="connsiteY0-12" fmla="*/ 0 h 7428335"/>
                <a:gd name="connsiteX1-13" fmla="*/ 518418 w 518419"/>
                <a:gd name="connsiteY1-14" fmla="*/ 502515 h 7428335"/>
                <a:gd name="connsiteX2-15" fmla="*/ 514350 w 518419"/>
                <a:gd name="connsiteY2-16" fmla="*/ 905218 h 7428335"/>
                <a:gd name="connsiteX3-17" fmla="*/ 504867 w 518419"/>
                <a:gd name="connsiteY3-18" fmla="*/ 7428335 h 7428335"/>
                <a:gd name="connsiteX4-19" fmla="*/ 19008 w 518419"/>
                <a:gd name="connsiteY4-20" fmla="*/ 7342018 h 7428335"/>
                <a:gd name="connsiteX5-21" fmla="*/ 0 w 518419"/>
                <a:gd name="connsiteY5-22" fmla="*/ 0 h 7428335"/>
                <a:gd name="connsiteX0-23" fmla="*/ 0 w 518418"/>
                <a:gd name="connsiteY0-24" fmla="*/ 0 h 7342018"/>
                <a:gd name="connsiteX1-25" fmla="*/ 518418 w 518418"/>
                <a:gd name="connsiteY1-26" fmla="*/ 502515 h 7342018"/>
                <a:gd name="connsiteX2-27" fmla="*/ 514350 w 518418"/>
                <a:gd name="connsiteY2-28" fmla="*/ 905218 h 7342018"/>
                <a:gd name="connsiteX3-29" fmla="*/ 501352 w 518418"/>
                <a:gd name="connsiteY3-30" fmla="*/ 7305975 h 7342018"/>
                <a:gd name="connsiteX4-31" fmla="*/ 19008 w 518418"/>
                <a:gd name="connsiteY4-32" fmla="*/ 7342018 h 7342018"/>
                <a:gd name="connsiteX5-33" fmla="*/ 0 w 518418"/>
                <a:gd name="connsiteY5-34" fmla="*/ 0 h 7342018"/>
                <a:gd name="connsiteX0-35" fmla="*/ 0 w 518418"/>
                <a:gd name="connsiteY0-36" fmla="*/ 0 h 7315419"/>
                <a:gd name="connsiteX1-37" fmla="*/ 518418 w 518418"/>
                <a:gd name="connsiteY1-38" fmla="*/ 502515 h 7315419"/>
                <a:gd name="connsiteX2-39" fmla="*/ 514350 w 518418"/>
                <a:gd name="connsiteY2-40" fmla="*/ 905218 h 7315419"/>
                <a:gd name="connsiteX3-41" fmla="*/ 501352 w 518418"/>
                <a:gd name="connsiteY3-42" fmla="*/ 7305975 h 7315419"/>
                <a:gd name="connsiteX4-43" fmla="*/ 19008 w 518418"/>
                <a:gd name="connsiteY4-44" fmla="*/ 7315419 h 7315419"/>
                <a:gd name="connsiteX5-45" fmla="*/ 0 w 518418"/>
                <a:gd name="connsiteY5-46" fmla="*/ 0 h 73154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518418" h="7315419">
                  <a:moveTo>
                    <a:pt x="0" y="0"/>
                  </a:moveTo>
                  <a:lnTo>
                    <a:pt x="518418" y="502515"/>
                  </a:lnTo>
                  <a:lnTo>
                    <a:pt x="514350" y="905218"/>
                  </a:lnTo>
                  <a:cubicBezTo>
                    <a:pt x="510017" y="3038804"/>
                    <a:pt x="505685" y="5172389"/>
                    <a:pt x="501352" y="7305975"/>
                  </a:cubicBezTo>
                  <a:lnTo>
                    <a:pt x="19008" y="7315419"/>
                  </a:lnTo>
                  <a:cubicBezTo>
                    <a:pt x="19008" y="6613630"/>
                    <a:pt x="0" y="701789"/>
                    <a:pt x="0" y="0"/>
                  </a:cubicBezTo>
                  <a:close/>
                </a:path>
              </a:pathLst>
            </a:cu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0" name="Freeform 39"/>
            <p:cNvSpPr/>
            <p:nvPr userDrawn="1"/>
          </p:nvSpPr>
          <p:spPr>
            <a:xfrm flipH="1">
              <a:off x="9168415" y="816239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348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1" name="Freeform 40"/>
            <p:cNvSpPr/>
            <p:nvPr userDrawn="1"/>
          </p:nvSpPr>
          <p:spPr>
            <a:xfrm flipH="1">
              <a:off x="9168415" y="-514980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</p:grpSp>
      <p:grpSp>
        <p:nvGrpSpPr>
          <p:cNvPr id="2" name="Group 3"/>
          <p:cNvGrpSpPr/>
          <p:nvPr userDrawn="1"/>
        </p:nvGrpSpPr>
        <p:grpSpPr>
          <a:xfrm rot="5400000">
            <a:off x="4277202" y="-3395796"/>
            <a:ext cx="598851" cy="7268067"/>
            <a:chOff x="924330" y="147757"/>
            <a:chExt cx="751914" cy="6290465"/>
          </a:xfrm>
        </p:grpSpPr>
        <p:sp>
          <p:nvSpPr>
            <p:cNvPr id="3" name="Rectangle 4"/>
            <p:cNvSpPr/>
            <p:nvPr userDrawn="1"/>
          </p:nvSpPr>
          <p:spPr>
            <a:xfrm rot="16200000">
              <a:off x="-1844945" y="2917032"/>
              <a:ext cx="6290464" cy="751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7" name="Rectangle 9"/>
            <p:cNvSpPr/>
            <p:nvPr userDrawn="1"/>
          </p:nvSpPr>
          <p:spPr>
            <a:xfrm rot="16200000">
              <a:off x="1063389" y="114592"/>
              <a:ext cx="473802" cy="540140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6306" h="669347">
                  <a:moveTo>
                    <a:pt x="233998" y="0"/>
                  </a:moveTo>
                  <a:lnTo>
                    <a:pt x="846306" y="282"/>
                  </a:lnTo>
                  <a:lnTo>
                    <a:pt x="846306" y="669347"/>
                  </a:lnTo>
                  <a:lnTo>
                    <a:pt x="0" y="669347"/>
                  </a:lnTo>
                  <a:lnTo>
                    <a:pt x="233998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8" name="Rectangle 9"/>
            <p:cNvSpPr/>
            <p:nvPr userDrawn="1"/>
          </p:nvSpPr>
          <p:spPr>
            <a:xfrm rot="16200000">
              <a:off x="1140942" y="37039"/>
              <a:ext cx="322134" cy="543579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  <a:gd name="connsiteX0-31" fmla="*/ 262112 w 874420"/>
                <a:gd name="connsiteY0-32" fmla="*/ 0 h 673609"/>
                <a:gd name="connsiteX1-33" fmla="*/ 874420 w 874420"/>
                <a:gd name="connsiteY1-34" fmla="*/ 282 h 673609"/>
                <a:gd name="connsiteX2-35" fmla="*/ 874420 w 874420"/>
                <a:gd name="connsiteY2-36" fmla="*/ 669347 h 673609"/>
                <a:gd name="connsiteX3-37" fmla="*/ 0 w 874420"/>
                <a:gd name="connsiteY3-38" fmla="*/ 673609 h 673609"/>
                <a:gd name="connsiteX4-39" fmla="*/ 262112 w 874420"/>
                <a:gd name="connsiteY4-40" fmla="*/ 0 h 673609"/>
                <a:gd name="connsiteX0-41" fmla="*/ 280855 w 893163"/>
                <a:gd name="connsiteY0-42" fmla="*/ 0 h 673609"/>
                <a:gd name="connsiteX1-43" fmla="*/ 893163 w 893163"/>
                <a:gd name="connsiteY1-44" fmla="*/ 282 h 673609"/>
                <a:gd name="connsiteX2-45" fmla="*/ 893163 w 893163"/>
                <a:gd name="connsiteY2-46" fmla="*/ 669347 h 673609"/>
                <a:gd name="connsiteX3-47" fmla="*/ 0 w 893163"/>
                <a:gd name="connsiteY3-48" fmla="*/ 673609 h 673609"/>
                <a:gd name="connsiteX4-49" fmla="*/ 280855 w 893163"/>
                <a:gd name="connsiteY4-50" fmla="*/ 0 h 6736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93163" h="673609">
                  <a:moveTo>
                    <a:pt x="280855" y="0"/>
                  </a:moveTo>
                  <a:lnTo>
                    <a:pt x="893163" y="282"/>
                  </a:lnTo>
                  <a:lnTo>
                    <a:pt x="893163" y="669347"/>
                  </a:lnTo>
                  <a:lnTo>
                    <a:pt x="0" y="673609"/>
                  </a:lnTo>
                  <a:lnTo>
                    <a:pt x="280855" y="0"/>
                  </a:lnTo>
                  <a:close/>
                </a:path>
              </a:pathLst>
            </a:cu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9" name="Rectangle 7"/>
            <p:cNvSpPr/>
            <p:nvPr userDrawn="1"/>
          </p:nvSpPr>
          <p:spPr>
            <a:xfrm rot="16200000" flipV="1">
              <a:off x="-1528266" y="3250964"/>
              <a:ext cx="6290464" cy="84051"/>
            </a:xfrm>
            <a:prstGeom prst="rect">
              <a:avLst/>
            </a:pr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</p:grpSp>
      <p:pic>
        <p:nvPicPr>
          <p:cNvPr id="15" name="Gambar 14" descr="Sebuah gambar berisi teks, Grafis, Font, logo&#10;&#10;Deskripsi dibuat secara otomati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56205"/>
            <a:ext cx="1715588" cy="513604"/>
          </a:xfrm>
          <a:prstGeom prst="rect">
            <a:avLst/>
          </a:prstGeom>
        </p:spPr>
      </p:pic>
      <p:pic>
        <p:nvPicPr>
          <p:cNvPr id="17" name="Gambar 16" descr="Sebuah gambar berisi teks, Font, Grafis, cuplikan layar&#10;&#10;Deskripsi dibuat secara otomatis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528" y="48484"/>
            <a:ext cx="1394433" cy="363764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AE4C8-1D08-4989-8390-56B4A93B85D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37" name="Group 36"/>
          <p:cNvGrpSpPr/>
          <p:nvPr userDrawn="1"/>
        </p:nvGrpSpPr>
        <p:grpSpPr>
          <a:xfrm rot="16200000" flipH="1">
            <a:off x="4530326" y="2241229"/>
            <a:ext cx="107192" cy="9149100"/>
            <a:chOff x="9168415" y="-514980"/>
            <a:chExt cx="677335" cy="14064208"/>
          </a:xfrm>
        </p:grpSpPr>
        <p:sp>
          <p:nvSpPr>
            <p:cNvPr id="38" name="Freeform 37"/>
            <p:cNvSpPr/>
            <p:nvPr userDrawn="1"/>
          </p:nvSpPr>
          <p:spPr>
            <a:xfrm>
              <a:off x="9176055" y="2850385"/>
              <a:ext cx="669695" cy="217688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9E1B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39" name="Freeform 38"/>
            <p:cNvSpPr/>
            <p:nvPr userDrawn="1"/>
          </p:nvSpPr>
          <p:spPr>
            <a:xfrm>
              <a:off x="9172939" y="4154095"/>
              <a:ext cx="665799" cy="9395133"/>
            </a:xfrm>
            <a:custGeom>
              <a:avLst/>
              <a:gdLst>
                <a:gd name="connsiteX0" fmla="*/ 0 w 523875"/>
                <a:gd name="connsiteY0" fmla="*/ 0 h 2105368"/>
                <a:gd name="connsiteX1" fmla="*/ 518418 w 523875"/>
                <a:gd name="connsiteY1" fmla="*/ 502515 h 2105368"/>
                <a:gd name="connsiteX2" fmla="*/ 514350 w 523875"/>
                <a:gd name="connsiteY2" fmla="*/ 905218 h 2105368"/>
                <a:gd name="connsiteX3" fmla="*/ 523875 w 523875"/>
                <a:gd name="connsiteY3" fmla="*/ 2105368 h 2105368"/>
                <a:gd name="connsiteX4" fmla="*/ 0 w 523875"/>
                <a:gd name="connsiteY4" fmla="*/ 2105368 h 2105368"/>
                <a:gd name="connsiteX0-1" fmla="*/ 0 w 523875"/>
                <a:gd name="connsiteY0-2" fmla="*/ 0 h 7342018"/>
                <a:gd name="connsiteX1-3" fmla="*/ 518418 w 523875"/>
                <a:gd name="connsiteY1-4" fmla="*/ 502515 h 7342018"/>
                <a:gd name="connsiteX2-5" fmla="*/ 514350 w 523875"/>
                <a:gd name="connsiteY2-6" fmla="*/ 905218 h 7342018"/>
                <a:gd name="connsiteX3-7" fmla="*/ 523875 w 523875"/>
                <a:gd name="connsiteY3-8" fmla="*/ 2105368 h 7342018"/>
                <a:gd name="connsiteX4-9" fmla="*/ 19008 w 523875"/>
                <a:gd name="connsiteY4-10" fmla="*/ 7342018 h 7342018"/>
                <a:gd name="connsiteX5" fmla="*/ 0 w 523875"/>
                <a:gd name="connsiteY5" fmla="*/ 0 h 7342018"/>
                <a:gd name="connsiteX0-11" fmla="*/ 0 w 518419"/>
                <a:gd name="connsiteY0-12" fmla="*/ 0 h 7428335"/>
                <a:gd name="connsiteX1-13" fmla="*/ 518418 w 518419"/>
                <a:gd name="connsiteY1-14" fmla="*/ 502515 h 7428335"/>
                <a:gd name="connsiteX2-15" fmla="*/ 514350 w 518419"/>
                <a:gd name="connsiteY2-16" fmla="*/ 905218 h 7428335"/>
                <a:gd name="connsiteX3-17" fmla="*/ 504867 w 518419"/>
                <a:gd name="connsiteY3-18" fmla="*/ 7428335 h 7428335"/>
                <a:gd name="connsiteX4-19" fmla="*/ 19008 w 518419"/>
                <a:gd name="connsiteY4-20" fmla="*/ 7342018 h 7428335"/>
                <a:gd name="connsiteX5-21" fmla="*/ 0 w 518419"/>
                <a:gd name="connsiteY5-22" fmla="*/ 0 h 7428335"/>
                <a:gd name="connsiteX0-23" fmla="*/ 0 w 518418"/>
                <a:gd name="connsiteY0-24" fmla="*/ 0 h 7342018"/>
                <a:gd name="connsiteX1-25" fmla="*/ 518418 w 518418"/>
                <a:gd name="connsiteY1-26" fmla="*/ 502515 h 7342018"/>
                <a:gd name="connsiteX2-27" fmla="*/ 514350 w 518418"/>
                <a:gd name="connsiteY2-28" fmla="*/ 905218 h 7342018"/>
                <a:gd name="connsiteX3-29" fmla="*/ 501352 w 518418"/>
                <a:gd name="connsiteY3-30" fmla="*/ 7305975 h 7342018"/>
                <a:gd name="connsiteX4-31" fmla="*/ 19008 w 518418"/>
                <a:gd name="connsiteY4-32" fmla="*/ 7342018 h 7342018"/>
                <a:gd name="connsiteX5-33" fmla="*/ 0 w 518418"/>
                <a:gd name="connsiteY5-34" fmla="*/ 0 h 7342018"/>
                <a:gd name="connsiteX0-35" fmla="*/ 0 w 518418"/>
                <a:gd name="connsiteY0-36" fmla="*/ 0 h 7315419"/>
                <a:gd name="connsiteX1-37" fmla="*/ 518418 w 518418"/>
                <a:gd name="connsiteY1-38" fmla="*/ 502515 h 7315419"/>
                <a:gd name="connsiteX2-39" fmla="*/ 514350 w 518418"/>
                <a:gd name="connsiteY2-40" fmla="*/ 905218 h 7315419"/>
                <a:gd name="connsiteX3-41" fmla="*/ 501352 w 518418"/>
                <a:gd name="connsiteY3-42" fmla="*/ 7305975 h 7315419"/>
                <a:gd name="connsiteX4-43" fmla="*/ 19008 w 518418"/>
                <a:gd name="connsiteY4-44" fmla="*/ 7315419 h 7315419"/>
                <a:gd name="connsiteX5-45" fmla="*/ 0 w 518418"/>
                <a:gd name="connsiteY5-46" fmla="*/ 0 h 73154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518418" h="7315419">
                  <a:moveTo>
                    <a:pt x="0" y="0"/>
                  </a:moveTo>
                  <a:lnTo>
                    <a:pt x="518418" y="502515"/>
                  </a:lnTo>
                  <a:lnTo>
                    <a:pt x="514350" y="905218"/>
                  </a:lnTo>
                  <a:cubicBezTo>
                    <a:pt x="510017" y="3038804"/>
                    <a:pt x="505685" y="5172389"/>
                    <a:pt x="501352" y="7305975"/>
                  </a:cubicBezTo>
                  <a:lnTo>
                    <a:pt x="19008" y="7315419"/>
                  </a:lnTo>
                  <a:cubicBezTo>
                    <a:pt x="19008" y="6613630"/>
                    <a:pt x="0" y="701789"/>
                    <a:pt x="0" y="0"/>
                  </a:cubicBezTo>
                  <a:close/>
                </a:path>
              </a:pathLst>
            </a:cu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0" name="Freeform 39"/>
            <p:cNvSpPr/>
            <p:nvPr userDrawn="1"/>
          </p:nvSpPr>
          <p:spPr>
            <a:xfrm flipH="1">
              <a:off x="9168415" y="816239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348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1" name="Freeform 40"/>
            <p:cNvSpPr/>
            <p:nvPr userDrawn="1"/>
          </p:nvSpPr>
          <p:spPr>
            <a:xfrm flipH="1">
              <a:off x="9168415" y="-514980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</p:grpSp>
      <p:grpSp>
        <p:nvGrpSpPr>
          <p:cNvPr id="2" name="Group 3"/>
          <p:cNvGrpSpPr/>
          <p:nvPr userDrawn="1"/>
        </p:nvGrpSpPr>
        <p:grpSpPr>
          <a:xfrm rot="5400000">
            <a:off x="4338459" y="-4329094"/>
            <a:ext cx="476489" cy="9134666"/>
            <a:chOff x="924330" y="147757"/>
            <a:chExt cx="751914" cy="6290465"/>
          </a:xfrm>
        </p:grpSpPr>
        <p:sp>
          <p:nvSpPr>
            <p:cNvPr id="3" name="Rectangle 4"/>
            <p:cNvSpPr/>
            <p:nvPr userDrawn="1"/>
          </p:nvSpPr>
          <p:spPr>
            <a:xfrm rot="16200000">
              <a:off x="-1844945" y="2917032"/>
              <a:ext cx="6290464" cy="751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7" name="Rectangle 9"/>
            <p:cNvSpPr/>
            <p:nvPr userDrawn="1"/>
          </p:nvSpPr>
          <p:spPr>
            <a:xfrm rot="16200000">
              <a:off x="1063389" y="114592"/>
              <a:ext cx="473802" cy="540140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6306" h="669347">
                  <a:moveTo>
                    <a:pt x="233998" y="0"/>
                  </a:moveTo>
                  <a:lnTo>
                    <a:pt x="846306" y="282"/>
                  </a:lnTo>
                  <a:lnTo>
                    <a:pt x="846306" y="669347"/>
                  </a:lnTo>
                  <a:lnTo>
                    <a:pt x="0" y="669347"/>
                  </a:lnTo>
                  <a:lnTo>
                    <a:pt x="233998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8" name="Rectangle 9"/>
            <p:cNvSpPr/>
            <p:nvPr userDrawn="1"/>
          </p:nvSpPr>
          <p:spPr>
            <a:xfrm rot="16200000">
              <a:off x="1140942" y="37039"/>
              <a:ext cx="322134" cy="543579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  <a:gd name="connsiteX0-31" fmla="*/ 262112 w 874420"/>
                <a:gd name="connsiteY0-32" fmla="*/ 0 h 673609"/>
                <a:gd name="connsiteX1-33" fmla="*/ 874420 w 874420"/>
                <a:gd name="connsiteY1-34" fmla="*/ 282 h 673609"/>
                <a:gd name="connsiteX2-35" fmla="*/ 874420 w 874420"/>
                <a:gd name="connsiteY2-36" fmla="*/ 669347 h 673609"/>
                <a:gd name="connsiteX3-37" fmla="*/ 0 w 874420"/>
                <a:gd name="connsiteY3-38" fmla="*/ 673609 h 673609"/>
                <a:gd name="connsiteX4-39" fmla="*/ 262112 w 874420"/>
                <a:gd name="connsiteY4-40" fmla="*/ 0 h 673609"/>
                <a:gd name="connsiteX0-41" fmla="*/ 280855 w 893163"/>
                <a:gd name="connsiteY0-42" fmla="*/ 0 h 673609"/>
                <a:gd name="connsiteX1-43" fmla="*/ 893163 w 893163"/>
                <a:gd name="connsiteY1-44" fmla="*/ 282 h 673609"/>
                <a:gd name="connsiteX2-45" fmla="*/ 893163 w 893163"/>
                <a:gd name="connsiteY2-46" fmla="*/ 669347 h 673609"/>
                <a:gd name="connsiteX3-47" fmla="*/ 0 w 893163"/>
                <a:gd name="connsiteY3-48" fmla="*/ 673609 h 673609"/>
                <a:gd name="connsiteX4-49" fmla="*/ 280855 w 893163"/>
                <a:gd name="connsiteY4-50" fmla="*/ 0 h 6736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93163" h="673609">
                  <a:moveTo>
                    <a:pt x="280855" y="0"/>
                  </a:moveTo>
                  <a:lnTo>
                    <a:pt x="893163" y="282"/>
                  </a:lnTo>
                  <a:lnTo>
                    <a:pt x="893163" y="669347"/>
                  </a:lnTo>
                  <a:lnTo>
                    <a:pt x="0" y="673609"/>
                  </a:lnTo>
                  <a:lnTo>
                    <a:pt x="280855" y="0"/>
                  </a:lnTo>
                  <a:close/>
                </a:path>
              </a:pathLst>
            </a:cu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9" name="Rectangle 7"/>
            <p:cNvSpPr/>
            <p:nvPr userDrawn="1"/>
          </p:nvSpPr>
          <p:spPr>
            <a:xfrm rot="16200000" flipV="1">
              <a:off x="-1528266" y="3250964"/>
              <a:ext cx="6290464" cy="84051"/>
            </a:xfrm>
            <a:prstGeom prst="rect">
              <a:avLst/>
            </a:pr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</p:grpSp>
      <p:pic>
        <p:nvPicPr>
          <p:cNvPr id="15" name="Gambar 14" descr="Sebuah gambar berisi teks, Grafis, Font, logo&#10;&#10;Deskripsi dibuat secara otomati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-56205"/>
            <a:ext cx="1715617" cy="513604"/>
          </a:xfrm>
          <a:prstGeom prst="rect">
            <a:avLst/>
          </a:prstGeom>
        </p:spPr>
      </p:pic>
      <p:pic>
        <p:nvPicPr>
          <p:cNvPr id="17" name="Gambar 16" descr="Sebuah gambar berisi teks, Font, Grafis, cuplikan layar&#10;&#10;Deskripsi dibuat secara otomatis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647" y="48484"/>
            <a:ext cx="1394456" cy="363764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2612" y="-1"/>
            <a:ext cx="9144869" cy="6858001"/>
            <a:chOff x="-15876" y="-1"/>
            <a:chExt cx="9994902" cy="572452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grpSpPr>
        <p:sp>
          <p:nvSpPr>
            <p:cNvPr id="8" name="Rectangle 7"/>
            <p:cNvSpPr/>
            <p:nvPr userDrawn="1"/>
          </p:nvSpPr>
          <p:spPr>
            <a:xfrm flipH="1">
              <a:off x="4981575" y="-1"/>
              <a:ext cx="4997451" cy="57245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4391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6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Arial Unicode MS" panose="020B0604020202020204" charset="-122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-15876" y="0"/>
              <a:ext cx="4997451" cy="57245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4391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6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Arial Unicode MS" panose="020B0604020202020204" charset="-122"/>
                <a:cs typeface="+mn-cs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5400000">
            <a:off x="4370464" y="-4155611"/>
            <a:ext cx="429167" cy="8892881"/>
            <a:chOff x="924330" y="147757"/>
            <a:chExt cx="751914" cy="6290464"/>
          </a:xfrm>
        </p:grpSpPr>
        <p:sp>
          <p:nvSpPr>
            <p:cNvPr id="11" name="Rectangle 10"/>
            <p:cNvSpPr/>
            <p:nvPr userDrawn="1"/>
          </p:nvSpPr>
          <p:spPr>
            <a:xfrm rot="16200000">
              <a:off x="-1844945" y="2917032"/>
              <a:ext cx="6290464" cy="751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439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 rot="16200000" flipV="1">
              <a:off x="-1528266" y="3250964"/>
              <a:ext cx="6290463" cy="84051"/>
            </a:xfrm>
            <a:prstGeom prst="rect">
              <a:avLst/>
            </a:prstGeom>
            <a:solidFill>
              <a:srgbClr val="001B63"/>
            </a:solidFill>
            <a:ln>
              <a:solidFill>
                <a:srgbClr val="001B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439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Freeform 12"/>
          <p:cNvSpPr/>
          <p:nvPr userDrawn="1"/>
        </p:nvSpPr>
        <p:spPr>
          <a:xfrm>
            <a:off x="8681653" y="76206"/>
            <a:ext cx="365378" cy="429866"/>
          </a:xfrm>
          <a:custGeom>
            <a:avLst/>
            <a:gdLst>
              <a:gd name="connsiteX0" fmla="*/ 4092787 w 4105274"/>
              <a:gd name="connsiteY0" fmla="*/ 2757641 h 6857999"/>
              <a:gd name="connsiteX1" fmla="*/ 4074233 w 4105274"/>
              <a:gd name="connsiteY1" fmla="*/ 6855184 h 6857999"/>
              <a:gd name="connsiteX2" fmla="*/ 3284114 w 4105274"/>
              <a:gd name="connsiteY2" fmla="*/ 6857999 h 6857999"/>
              <a:gd name="connsiteX3" fmla="*/ 2654899 w 4105274"/>
              <a:gd name="connsiteY3" fmla="*/ 3845400 h 6857999"/>
              <a:gd name="connsiteX4" fmla="*/ 2485954 w 4105274"/>
              <a:gd name="connsiteY4" fmla="*/ 3422394 h 6857999"/>
              <a:gd name="connsiteX5" fmla="*/ 4093347 w 4105274"/>
              <a:gd name="connsiteY5" fmla="*/ 2633875 h 6857999"/>
              <a:gd name="connsiteX6" fmla="*/ 4092875 w 4105274"/>
              <a:gd name="connsiteY6" fmla="*/ 2738125 h 6857999"/>
              <a:gd name="connsiteX7" fmla="*/ 2479277 w 4105274"/>
              <a:gd name="connsiteY7" fmla="*/ 3405677 h 6857999"/>
              <a:gd name="connsiteX8" fmla="*/ 2443611 w 4105274"/>
              <a:gd name="connsiteY8" fmla="*/ 3316377 h 6857999"/>
              <a:gd name="connsiteX9" fmla="*/ 4095540 w 4105274"/>
              <a:gd name="connsiteY9" fmla="*/ 2149531 h 6857999"/>
              <a:gd name="connsiteX10" fmla="*/ 4093435 w 4105274"/>
              <a:gd name="connsiteY10" fmla="*/ 2614359 h 6857999"/>
              <a:gd name="connsiteX11" fmla="*/ 2436449 w 4105274"/>
              <a:gd name="connsiteY11" fmla="*/ 3299861 h 6857999"/>
              <a:gd name="connsiteX12" fmla="*/ 2298463 w 4105274"/>
              <a:gd name="connsiteY12" fmla="*/ 2992176 h 6857999"/>
              <a:gd name="connsiteX13" fmla="*/ 2258382 w 4105274"/>
              <a:gd name="connsiteY13" fmla="*/ 2909570 h 6857999"/>
              <a:gd name="connsiteX14" fmla="*/ 4101349 w 4105274"/>
              <a:gd name="connsiteY14" fmla="*/ 866653 h 6857999"/>
              <a:gd name="connsiteX15" fmla="*/ 4095628 w 4105274"/>
              <a:gd name="connsiteY15" fmla="*/ 2130015 h 6857999"/>
              <a:gd name="connsiteX16" fmla="*/ 2250510 w 4105274"/>
              <a:gd name="connsiteY16" fmla="*/ 2893347 h 6857999"/>
              <a:gd name="connsiteX17" fmla="*/ 2158526 w 4105274"/>
              <a:gd name="connsiteY17" fmla="*/ 2703772 h 6857999"/>
              <a:gd name="connsiteX18" fmla="*/ 1884343 w 4105274"/>
              <a:gd name="connsiteY18" fmla="*/ 2193202 h 6857999"/>
              <a:gd name="connsiteX19" fmla="*/ 1685501 w 4105274"/>
              <a:gd name="connsiteY19" fmla="*/ 1866098 h 6857999"/>
              <a:gd name="connsiteX20" fmla="*/ 0 w 4105274"/>
              <a:gd name="connsiteY20" fmla="*/ 0 h 6857999"/>
              <a:gd name="connsiteX21" fmla="*/ 4105274 w 4105274"/>
              <a:gd name="connsiteY21" fmla="*/ 0 h 6857999"/>
              <a:gd name="connsiteX22" fmla="*/ 4101438 w 4105274"/>
              <a:gd name="connsiteY22" fmla="*/ 847136 h 6857999"/>
              <a:gd name="connsiteX23" fmla="*/ 1676040 w 4105274"/>
              <a:gd name="connsiteY23" fmla="*/ 1850533 h 6857999"/>
              <a:gd name="connsiteX24" fmla="*/ 1599705 w 4105274"/>
              <a:gd name="connsiteY24" fmla="*/ 1724959 h 6857999"/>
              <a:gd name="connsiteX25" fmla="*/ 0 w 4105274"/>
              <a:gd name="connsiteY2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05274" h="6857999">
                <a:moveTo>
                  <a:pt x="4092787" y="2757641"/>
                </a:moveTo>
                <a:lnTo>
                  <a:pt x="4074233" y="6855184"/>
                </a:lnTo>
                <a:lnTo>
                  <a:pt x="3284114" y="6857999"/>
                </a:lnTo>
                <a:cubicBezTo>
                  <a:pt x="3232587" y="5780610"/>
                  <a:pt x="2992209" y="4758114"/>
                  <a:pt x="2654899" y="3845400"/>
                </a:cubicBezTo>
                <a:lnTo>
                  <a:pt x="2485954" y="3422394"/>
                </a:lnTo>
                <a:close/>
                <a:moveTo>
                  <a:pt x="4093347" y="2633875"/>
                </a:moveTo>
                <a:lnTo>
                  <a:pt x="4092875" y="2738125"/>
                </a:lnTo>
                <a:lnTo>
                  <a:pt x="2479277" y="3405677"/>
                </a:lnTo>
                <a:lnTo>
                  <a:pt x="2443611" y="3316377"/>
                </a:lnTo>
                <a:close/>
                <a:moveTo>
                  <a:pt x="4095540" y="2149531"/>
                </a:moveTo>
                <a:lnTo>
                  <a:pt x="4093435" y="2614359"/>
                </a:lnTo>
                <a:lnTo>
                  <a:pt x="2436449" y="3299861"/>
                </a:lnTo>
                <a:lnTo>
                  <a:pt x="2298463" y="2992176"/>
                </a:lnTo>
                <a:lnTo>
                  <a:pt x="2258382" y="2909570"/>
                </a:lnTo>
                <a:close/>
                <a:moveTo>
                  <a:pt x="4101349" y="866653"/>
                </a:moveTo>
                <a:lnTo>
                  <a:pt x="4095628" y="2130015"/>
                </a:lnTo>
                <a:lnTo>
                  <a:pt x="2250510" y="2893347"/>
                </a:lnTo>
                <a:lnTo>
                  <a:pt x="2158526" y="2703772"/>
                </a:lnTo>
                <a:cubicBezTo>
                  <a:pt x="2069524" y="2526916"/>
                  <a:pt x="1977804" y="2356532"/>
                  <a:pt x="1884343" y="2193202"/>
                </a:cubicBezTo>
                <a:lnTo>
                  <a:pt x="1685501" y="1866098"/>
                </a:lnTo>
                <a:close/>
                <a:moveTo>
                  <a:pt x="0" y="0"/>
                </a:moveTo>
                <a:lnTo>
                  <a:pt x="4105274" y="0"/>
                </a:lnTo>
                <a:lnTo>
                  <a:pt x="4101438" y="847136"/>
                </a:lnTo>
                <a:lnTo>
                  <a:pt x="1676040" y="1850533"/>
                </a:lnTo>
                <a:lnTo>
                  <a:pt x="1599705" y="1724959"/>
                </a:lnTo>
                <a:cubicBezTo>
                  <a:pt x="1023877" y="833127"/>
                  <a:pt x="420433" y="216217"/>
                  <a:pt x="0" y="0"/>
                </a:cubicBezTo>
                <a:close/>
              </a:path>
            </a:pathLst>
          </a:custGeom>
          <a:gradFill>
            <a:gsLst>
              <a:gs pos="15000">
                <a:srgbClr val="8D0505"/>
              </a:gs>
              <a:gs pos="53000">
                <a:srgbClr val="FF0000"/>
              </a:gs>
              <a:gs pos="85000">
                <a:srgbClr val="960202"/>
              </a:gs>
              <a:gs pos="0">
                <a:srgbClr val="540605"/>
              </a:gs>
              <a:gs pos="100000">
                <a:srgbClr val="280201"/>
              </a:gs>
            </a:gsLst>
            <a:lin ang="5400000" scaled="1"/>
          </a:gradFill>
          <a:ln>
            <a:noFill/>
          </a:ln>
          <a:effectLst>
            <a:outerShdw blurRad="127000" dist="1270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65"/>
          </a:p>
        </p:txBody>
      </p:sp>
      <p:sp>
        <p:nvSpPr>
          <p:cNvPr id="14" name="Freeform 13"/>
          <p:cNvSpPr/>
          <p:nvPr userDrawn="1"/>
        </p:nvSpPr>
        <p:spPr>
          <a:xfrm rot="5400000">
            <a:off x="8425259" y="-116448"/>
            <a:ext cx="429165" cy="814553"/>
          </a:xfrm>
          <a:custGeom>
            <a:avLst/>
            <a:gdLst>
              <a:gd name="connsiteX0" fmla="*/ 4736742 w 4736742"/>
              <a:gd name="connsiteY0" fmla="*/ 1698078 h 2886075"/>
              <a:gd name="connsiteX1" fmla="*/ 4736742 w 4736742"/>
              <a:gd name="connsiteY1" fmla="*/ 2886075 h 2886075"/>
              <a:gd name="connsiteX2" fmla="*/ 4069174 w 4736742"/>
              <a:gd name="connsiteY2" fmla="*/ 1987660 h 2886075"/>
              <a:gd name="connsiteX3" fmla="*/ 4059289 w 4736742"/>
              <a:gd name="connsiteY3" fmla="*/ 1978343 h 2886075"/>
              <a:gd name="connsiteX4" fmla="*/ 4736742 w 4736742"/>
              <a:gd name="connsiteY4" fmla="*/ 422613 h 2886075"/>
              <a:gd name="connsiteX5" fmla="*/ 4736742 w 4736742"/>
              <a:gd name="connsiteY5" fmla="*/ 1678599 h 2886075"/>
              <a:gd name="connsiteX6" fmla="*/ 4044926 w 4736742"/>
              <a:gd name="connsiteY6" fmla="*/ 1964806 h 2886075"/>
              <a:gd name="connsiteX7" fmla="*/ 3841848 w 4736742"/>
              <a:gd name="connsiteY7" fmla="*/ 1773396 h 2886075"/>
              <a:gd name="connsiteX8" fmla="*/ 3143118 w 4736742"/>
              <a:gd name="connsiteY8" fmla="*/ 1229700 h 2886075"/>
              <a:gd name="connsiteX9" fmla="*/ 3001687 w 4736742"/>
              <a:gd name="connsiteY9" fmla="*/ 1140412 h 2886075"/>
              <a:gd name="connsiteX10" fmla="*/ 0 w 4736742"/>
              <a:gd name="connsiteY10" fmla="*/ 0 h 2886075"/>
              <a:gd name="connsiteX11" fmla="*/ 4736742 w 4736742"/>
              <a:gd name="connsiteY11" fmla="*/ 0 h 2886075"/>
              <a:gd name="connsiteX12" fmla="*/ 4736742 w 4736742"/>
              <a:gd name="connsiteY12" fmla="*/ 403133 h 2886075"/>
              <a:gd name="connsiteX13" fmla="*/ 2983047 w 4736742"/>
              <a:gd name="connsiteY13" fmla="*/ 1128644 h 2886075"/>
              <a:gd name="connsiteX14" fmla="*/ 2725801 w 4736742"/>
              <a:gd name="connsiteY14" fmla="*/ 966239 h 2886075"/>
              <a:gd name="connsiteX15" fmla="*/ 0 w 4736742"/>
              <a:gd name="connsiteY15" fmla="*/ 0 h 288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6742" h="2886075">
                <a:moveTo>
                  <a:pt x="4736742" y="1698078"/>
                </a:moveTo>
                <a:lnTo>
                  <a:pt x="4736742" y="2886075"/>
                </a:lnTo>
                <a:cubicBezTo>
                  <a:pt x="4648812" y="2663134"/>
                  <a:pt x="4422708" y="2339912"/>
                  <a:pt x="4069174" y="1987660"/>
                </a:cubicBezTo>
                <a:lnTo>
                  <a:pt x="4059289" y="1978343"/>
                </a:lnTo>
                <a:close/>
                <a:moveTo>
                  <a:pt x="4736742" y="422613"/>
                </a:moveTo>
                <a:lnTo>
                  <a:pt x="4736742" y="1678599"/>
                </a:lnTo>
                <a:lnTo>
                  <a:pt x="4044926" y="1964806"/>
                </a:lnTo>
                <a:lnTo>
                  <a:pt x="3841848" y="1773396"/>
                </a:lnTo>
                <a:cubicBezTo>
                  <a:pt x="3639810" y="1592890"/>
                  <a:pt x="3406452" y="1408689"/>
                  <a:pt x="3143118" y="1229700"/>
                </a:cubicBezTo>
                <a:lnTo>
                  <a:pt x="3001687" y="1140412"/>
                </a:lnTo>
                <a:close/>
                <a:moveTo>
                  <a:pt x="0" y="0"/>
                </a:moveTo>
                <a:lnTo>
                  <a:pt x="4736742" y="0"/>
                </a:lnTo>
                <a:lnTo>
                  <a:pt x="4736742" y="403133"/>
                </a:lnTo>
                <a:lnTo>
                  <a:pt x="2983047" y="1128644"/>
                </a:lnTo>
                <a:lnTo>
                  <a:pt x="2725801" y="966239"/>
                </a:lnTo>
                <a:cubicBezTo>
                  <a:pt x="1993362" y="537363"/>
                  <a:pt x="1077766" y="168895"/>
                  <a:pt x="0" y="0"/>
                </a:cubicBezTo>
                <a:close/>
              </a:path>
            </a:pathLst>
          </a:custGeom>
          <a:gradFill>
            <a:gsLst>
              <a:gs pos="77000">
                <a:srgbClr val="00175D"/>
              </a:gs>
              <a:gs pos="0">
                <a:srgbClr val="045CBD"/>
              </a:gs>
              <a:gs pos="100000">
                <a:srgbClr val="000F52"/>
              </a:gs>
            </a:gsLst>
            <a:lin ang="5400000" scaled="1"/>
          </a:gradFill>
          <a:ln>
            <a:noFill/>
          </a:ln>
          <a:effectLst>
            <a:outerShdw blurRad="127000" dist="127000" dir="10800000" algn="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65"/>
          </a:p>
        </p:txBody>
      </p:sp>
      <p:grpSp>
        <p:nvGrpSpPr>
          <p:cNvPr id="15" name="Group 14"/>
          <p:cNvGrpSpPr/>
          <p:nvPr userDrawn="1"/>
        </p:nvGrpSpPr>
        <p:grpSpPr>
          <a:xfrm rot="16200000" flipH="1">
            <a:off x="4530326" y="2241229"/>
            <a:ext cx="107192" cy="9149100"/>
            <a:chOff x="9168415" y="-514980"/>
            <a:chExt cx="677335" cy="14064208"/>
          </a:xfrm>
        </p:grpSpPr>
        <p:sp>
          <p:nvSpPr>
            <p:cNvPr id="16" name="Freeform 15"/>
            <p:cNvSpPr/>
            <p:nvPr userDrawn="1"/>
          </p:nvSpPr>
          <p:spPr>
            <a:xfrm>
              <a:off x="9176055" y="2850385"/>
              <a:ext cx="669695" cy="217688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9E1B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17" name="Freeform 16"/>
            <p:cNvSpPr/>
            <p:nvPr userDrawn="1"/>
          </p:nvSpPr>
          <p:spPr>
            <a:xfrm>
              <a:off x="9172939" y="4154095"/>
              <a:ext cx="665799" cy="9395133"/>
            </a:xfrm>
            <a:custGeom>
              <a:avLst/>
              <a:gdLst>
                <a:gd name="connsiteX0" fmla="*/ 0 w 523875"/>
                <a:gd name="connsiteY0" fmla="*/ 0 h 2105368"/>
                <a:gd name="connsiteX1" fmla="*/ 518418 w 523875"/>
                <a:gd name="connsiteY1" fmla="*/ 502515 h 2105368"/>
                <a:gd name="connsiteX2" fmla="*/ 514350 w 523875"/>
                <a:gd name="connsiteY2" fmla="*/ 905218 h 2105368"/>
                <a:gd name="connsiteX3" fmla="*/ 523875 w 523875"/>
                <a:gd name="connsiteY3" fmla="*/ 2105368 h 2105368"/>
                <a:gd name="connsiteX4" fmla="*/ 0 w 523875"/>
                <a:gd name="connsiteY4" fmla="*/ 2105368 h 2105368"/>
                <a:gd name="connsiteX0-1" fmla="*/ 0 w 523875"/>
                <a:gd name="connsiteY0-2" fmla="*/ 0 h 7342018"/>
                <a:gd name="connsiteX1-3" fmla="*/ 518418 w 523875"/>
                <a:gd name="connsiteY1-4" fmla="*/ 502515 h 7342018"/>
                <a:gd name="connsiteX2-5" fmla="*/ 514350 w 523875"/>
                <a:gd name="connsiteY2-6" fmla="*/ 905218 h 7342018"/>
                <a:gd name="connsiteX3-7" fmla="*/ 523875 w 523875"/>
                <a:gd name="connsiteY3-8" fmla="*/ 2105368 h 7342018"/>
                <a:gd name="connsiteX4-9" fmla="*/ 19008 w 523875"/>
                <a:gd name="connsiteY4-10" fmla="*/ 7342018 h 7342018"/>
                <a:gd name="connsiteX5" fmla="*/ 0 w 523875"/>
                <a:gd name="connsiteY5" fmla="*/ 0 h 7342018"/>
                <a:gd name="connsiteX0-11" fmla="*/ 0 w 518419"/>
                <a:gd name="connsiteY0-12" fmla="*/ 0 h 7428335"/>
                <a:gd name="connsiteX1-13" fmla="*/ 518418 w 518419"/>
                <a:gd name="connsiteY1-14" fmla="*/ 502515 h 7428335"/>
                <a:gd name="connsiteX2-15" fmla="*/ 514350 w 518419"/>
                <a:gd name="connsiteY2-16" fmla="*/ 905218 h 7428335"/>
                <a:gd name="connsiteX3-17" fmla="*/ 504867 w 518419"/>
                <a:gd name="connsiteY3-18" fmla="*/ 7428335 h 7428335"/>
                <a:gd name="connsiteX4-19" fmla="*/ 19008 w 518419"/>
                <a:gd name="connsiteY4-20" fmla="*/ 7342018 h 7428335"/>
                <a:gd name="connsiteX5-21" fmla="*/ 0 w 518419"/>
                <a:gd name="connsiteY5-22" fmla="*/ 0 h 7428335"/>
                <a:gd name="connsiteX0-23" fmla="*/ 0 w 518418"/>
                <a:gd name="connsiteY0-24" fmla="*/ 0 h 7342018"/>
                <a:gd name="connsiteX1-25" fmla="*/ 518418 w 518418"/>
                <a:gd name="connsiteY1-26" fmla="*/ 502515 h 7342018"/>
                <a:gd name="connsiteX2-27" fmla="*/ 514350 w 518418"/>
                <a:gd name="connsiteY2-28" fmla="*/ 905218 h 7342018"/>
                <a:gd name="connsiteX3-29" fmla="*/ 501352 w 518418"/>
                <a:gd name="connsiteY3-30" fmla="*/ 7305975 h 7342018"/>
                <a:gd name="connsiteX4-31" fmla="*/ 19008 w 518418"/>
                <a:gd name="connsiteY4-32" fmla="*/ 7342018 h 7342018"/>
                <a:gd name="connsiteX5-33" fmla="*/ 0 w 518418"/>
                <a:gd name="connsiteY5-34" fmla="*/ 0 h 7342018"/>
                <a:gd name="connsiteX0-35" fmla="*/ 0 w 518418"/>
                <a:gd name="connsiteY0-36" fmla="*/ 0 h 7315419"/>
                <a:gd name="connsiteX1-37" fmla="*/ 518418 w 518418"/>
                <a:gd name="connsiteY1-38" fmla="*/ 502515 h 7315419"/>
                <a:gd name="connsiteX2-39" fmla="*/ 514350 w 518418"/>
                <a:gd name="connsiteY2-40" fmla="*/ 905218 h 7315419"/>
                <a:gd name="connsiteX3-41" fmla="*/ 501352 w 518418"/>
                <a:gd name="connsiteY3-42" fmla="*/ 7305975 h 7315419"/>
                <a:gd name="connsiteX4-43" fmla="*/ 19008 w 518418"/>
                <a:gd name="connsiteY4-44" fmla="*/ 7315419 h 7315419"/>
                <a:gd name="connsiteX5-45" fmla="*/ 0 w 518418"/>
                <a:gd name="connsiteY5-46" fmla="*/ 0 h 73154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518418" h="7315419">
                  <a:moveTo>
                    <a:pt x="0" y="0"/>
                  </a:moveTo>
                  <a:lnTo>
                    <a:pt x="518418" y="502515"/>
                  </a:lnTo>
                  <a:lnTo>
                    <a:pt x="514350" y="905218"/>
                  </a:lnTo>
                  <a:cubicBezTo>
                    <a:pt x="510017" y="3038804"/>
                    <a:pt x="505685" y="5172389"/>
                    <a:pt x="501352" y="7305975"/>
                  </a:cubicBezTo>
                  <a:lnTo>
                    <a:pt x="19008" y="7315419"/>
                  </a:lnTo>
                  <a:cubicBezTo>
                    <a:pt x="19008" y="6613630"/>
                    <a:pt x="0" y="701789"/>
                    <a:pt x="0" y="0"/>
                  </a:cubicBezTo>
                  <a:close/>
                </a:path>
              </a:pathLst>
            </a:cu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18" name="Freeform 17"/>
            <p:cNvSpPr/>
            <p:nvPr userDrawn="1"/>
          </p:nvSpPr>
          <p:spPr>
            <a:xfrm flipH="1">
              <a:off x="9168415" y="816239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348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19" name="Freeform 18"/>
            <p:cNvSpPr/>
            <p:nvPr userDrawn="1"/>
          </p:nvSpPr>
          <p:spPr>
            <a:xfrm flipH="1">
              <a:off x="9168415" y="-514980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7" r="10717"/>
          <a:stretch>
            <a:fillRect/>
          </a:stretch>
        </p:blipFill>
        <p:spPr>
          <a:xfrm>
            <a:off x="678" y="196195"/>
            <a:ext cx="6585615" cy="646506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44226" y="196098"/>
            <a:ext cx="6599190" cy="6465067"/>
          </a:xfrm>
          <a:prstGeom prst="rect">
            <a:avLst/>
          </a:prstGeom>
          <a:gradFill>
            <a:gsLst>
              <a:gs pos="78000">
                <a:srgbClr val="49586D"/>
              </a:gs>
              <a:gs pos="60000">
                <a:srgbClr val="586576"/>
              </a:gs>
              <a:gs pos="20000">
                <a:srgbClr val="9A9C9E">
                  <a:alpha val="90000"/>
                </a:srgbClr>
              </a:gs>
              <a:gs pos="0">
                <a:schemeClr val="bg1">
                  <a:lumMod val="65000"/>
                  <a:alpha val="0"/>
                </a:schemeClr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54635">
              <a:defRPr/>
            </a:pPr>
            <a:endParaRPr lang="en-US" sz="1565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8285" y="276017"/>
            <a:ext cx="3935730" cy="839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itle 1"/>
          <p:cNvSpPr txBox="1"/>
          <p:nvPr/>
        </p:nvSpPr>
        <p:spPr>
          <a:xfrm>
            <a:off x="2340504" y="2036126"/>
            <a:ext cx="6474841" cy="207809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552450">
              <a:defRPr/>
            </a:pPr>
            <a:r>
              <a:rPr lang="en-US" sz="4145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  <a:latin typeface="Arial Black" panose="020B0A04020102020204" pitchFamily="34" charset="0"/>
                <a:sym typeface="+mn-ea"/>
              </a:rPr>
              <a:t>MDFO ANALYSIS</a:t>
            </a:r>
            <a:br>
              <a:rPr lang="en-US" sz="4145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  <a:latin typeface="Arial Black" panose="020B0A04020102020204" pitchFamily="34" charset="0"/>
                <a:sym typeface="+mn-ea"/>
              </a:rPr>
            </a:br>
            <a:endParaRPr lang="id-ID" altLang="en-US" sz="226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60000" endA="900" endPos="58000" dir="5400000" sy="-100000" algn="bl" rotWithShape="0"/>
              </a:effectLst>
              <a:latin typeface="Arial Black" panose="020B0A04020102020204" pitchFamily="34" charset="0"/>
              <a:sym typeface="+mn-ea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3730211" y="4647095"/>
            <a:ext cx="4477067" cy="712064"/>
          </a:xfrm>
          <a:prstGeom prst="rect">
            <a:avLst/>
          </a:prstGeom>
        </p:spPr>
        <p:txBody>
          <a:bodyPr vert="horz" lIns="79591" tIns="39796" rIns="79591" bIns="39796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82905">
              <a:spcBef>
                <a:spcPts val="420"/>
              </a:spcBef>
              <a:defRPr/>
            </a:pPr>
            <a:r>
              <a:rPr lang="en-US" sz="2175" b="1" dirty="0">
                <a:solidFill>
                  <a:prstClr val="white"/>
                </a:solidFill>
                <a:effectLst>
                  <a:reflection blurRad="6350" stA="55000" endA="300" endPos="45500" dir="5400000" sy="-100000" algn="bl" rotWithShape="0"/>
                </a:effectLst>
                <a:latin typeface="Bookman Old Style" panose="02050604050505020204" charset="0"/>
                <a:ea typeface="Lato" panose="020F0502020204030203" pitchFamily="34" charset="0"/>
                <a:cs typeface="Bookman Old Style" panose="02050604050505020204" charset="0"/>
              </a:rPr>
              <a:t>PT. MEKAR ARMADA JAYA TAMBUN</a:t>
            </a:r>
            <a:endParaRPr lang="en-US" sz="2175" b="1" dirty="0">
              <a:solidFill>
                <a:prstClr val="white"/>
              </a:solidFill>
              <a:effectLst>
                <a:reflection blurRad="6350" stA="55000" endA="300" endPos="45500" dir="5400000" sy="-100000" algn="bl" rotWithShape="0"/>
              </a:effectLst>
              <a:latin typeface="Bookman Old Style" panose="02050604050505020204" charset="0"/>
              <a:ea typeface="Lato" panose="020F0502020204030203" pitchFamily="34" charset="0"/>
              <a:cs typeface="Bookman Old Style" panose="02050604050505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631680" y="12528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3"/>
          <p:cNvSpPr/>
          <p:nvPr/>
        </p:nvSpPr>
        <p:spPr>
          <a:xfrm>
            <a:off x="320040" y="-3683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GB" altLang="en-US" sz="2600" b="1" dirty="0">
                <a:solidFill>
                  <a:srgbClr val="2F3C7E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Bahnschrift" panose="020B0502040204020203" pitchFamily="34" charset="0"/>
              </a:rPr>
              <a:t>SALES ORDER &amp; MDFO</a:t>
            </a:r>
            <a:endParaRPr lang="en-GB" altLang="en-US" sz="2600" b="1" dirty="0">
              <a:solidFill>
                <a:srgbClr val="2F3C7E"/>
              </a:solidFill>
              <a:latin typeface="Bahnschrift" panose="020B0502040204020203" pitchFamily="34" charset="0"/>
              <a:ea typeface="Cambria" panose="02040503050406030204" pitchFamily="34" charset="-122"/>
              <a:cs typeface="Bahnschrift" panose="020B0502040204020203" pitchFamily="34" charset="0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416095" y="471369"/>
            <a:ext cx="460866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 TOP 10 ACCUMULATION TERTINGGI  (SALES ORDER &gt; MDFO)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Catatan: prioritaskan tindak lanjut pada TOP 10 GAP TERTINGGI — order berpotensi melebihi kapasitas rencana.</a:t>
            </a:r>
            <a:endParaRPr lang="en-US" sz="1050" dirty="0">
              <a:latin typeface="Bahnschrift" panose="020B0502040204020203" pitchFamily="34" charset="0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513923" y="3550663"/>
            <a:ext cx="46200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8449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 TOP 10 ACCUMULATION TERENDAH  (SALES ORDER &lt; MDFO)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13921" y="724913"/>
          <a:ext cx="8244156" cy="2758440"/>
        </p:xfrm>
        <a:graphic>
          <a:graphicData uri="http://schemas.openxmlformats.org/drawingml/2006/table">
            <a:tbl>
              <a:tblPr/>
              <a:tblGrid>
                <a:gridCol w="368187"/>
                <a:gridCol w="1320181"/>
                <a:gridCol w="1320181"/>
                <a:gridCol w="1320182"/>
                <a:gridCol w="1320181"/>
                <a:gridCol w="648811"/>
                <a:gridCol w="648811"/>
                <a:gridCol w="648811"/>
                <a:gridCol w="648811"/>
              </a:tblGrid>
              <a:tr h="361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MODEL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ROUTE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JOB NUMBER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MDFO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 ORDER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ACCUM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%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ID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ID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6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246495" y="488950"/>
            <a:ext cx="2492375" cy="2393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1-7 AGUSTUS 2026 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13921" y="3796786"/>
          <a:ext cx="8244156" cy="2758440"/>
        </p:xfrm>
        <a:graphic>
          <a:graphicData uri="http://schemas.openxmlformats.org/drawingml/2006/table">
            <a:tbl>
              <a:tblPr/>
              <a:tblGrid>
                <a:gridCol w="368187"/>
                <a:gridCol w="1320181"/>
                <a:gridCol w="1320181"/>
                <a:gridCol w="1320182"/>
                <a:gridCol w="1320181"/>
                <a:gridCol w="648811"/>
                <a:gridCol w="648811"/>
                <a:gridCol w="648811"/>
                <a:gridCol w="648811"/>
              </a:tblGrid>
              <a:tr h="3416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MODEL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ROUTE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JOB NUMBER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MDFO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 ORDER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ACCUM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%</a:t>
                      </a:r>
                      <a:endParaRPr lang="en-US" sz="10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b="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ID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b="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ID" sz="9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D" sz="950" b="0" i="0" u="none" strike="noStrike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endParaRPr lang="en-US" sz="9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3"/>
          <p:cNvSpPr/>
          <p:nvPr/>
        </p:nvSpPr>
        <p:spPr>
          <a:xfrm>
            <a:off x="320040" y="-3683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GB" altLang="en-US" sz="2600" b="1" dirty="0">
                <a:solidFill>
                  <a:srgbClr val="2F3C7E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Bahnschrift" panose="020B0502040204020203" pitchFamily="34" charset="0"/>
              </a:rPr>
              <a:t>SALES ORDER &amp; MDFO</a:t>
            </a:r>
            <a:endParaRPr lang="en-GB" altLang="en-US" sz="2600" b="1" dirty="0">
              <a:solidFill>
                <a:srgbClr val="2F3C7E"/>
              </a:solidFill>
              <a:latin typeface="Bahnschrift" panose="020B0502040204020203" pitchFamily="34" charset="0"/>
              <a:ea typeface="Cambria" panose="02040503050406030204" pitchFamily="34" charset="-122"/>
              <a:cs typeface="Bahnschrift" panose="020B0502040204020203" pitchFamily="34" charset="0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416095" y="542489"/>
            <a:ext cx="460866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ACCUMULATION BY CUSTOMER &amp; MODEL 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820420"/>
          <a:ext cx="8229600" cy="5515610"/>
        </p:xfrm>
        <a:graphic>
          <a:graphicData uri="http://schemas.openxmlformats.org/drawingml/2006/table">
            <a:tbl>
              <a:tblPr/>
              <a:tblGrid>
                <a:gridCol w="2059305"/>
                <a:gridCol w="1464310"/>
                <a:gridCol w="1261110"/>
                <a:gridCol w="1238885"/>
                <a:gridCol w="994410"/>
                <a:gridCol w="1211580"/>
              </a:tblGrid>
              <a:tr h="5607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</a:t>
                      </a:r>
                      <a:endParaRPr lang="en-US" sz="11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MODEL</a:t>
                      </a:r>
                      <a:endParaRPr lang="en-US" sz="11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MDFO</a:t>
                      </a:r>
                      <a:endParaRPr lang="en-US" sz="11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 ORDER</a:t>
                      </a:r>
                      <a:endParaRPr lang="en-US" sz="11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ACCUM </a:t>
                      </a:r>
                      <a:endParaRPr lang="en-US" sz="11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%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ADM PLANT 1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D40D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302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ADM PLANT 4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D14N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835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D40D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9565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 PLANT 5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D30D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835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D55L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30200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D74A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D26A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302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TMMIN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D26A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835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D03B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MMKI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SL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2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HMMI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SU2ID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30200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KS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FF0000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83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MKM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SL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9565">
                <a:tc vMerge="1"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TD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  <a:ea typeface="Calibri" panose="020F0502020204030204" charset="0"/>
                          <a:cs typeface="Calibri" panose="020F0502020204030204" charset="0"/>
                        </a:rPr>
                        <a:t>TOTAL</a:t>
                      </a: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rgbClr val="0711E9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596380" y="560070"/>
            <a:ext cx="2072640" cy="2209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1-7 AGUSTUS 2026 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035540" y="8623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3"/>
          <p:cNvSpPr/>
          <p:nvPr/>
        </p:nvSpPr>
        <p:spPr>
          <a:xfrm>
            <a:off x="320040" y="-3683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GB" altLang="en-US" sz="2600" b="1" dirty="0">
                <a:solidFill>
                  <a:srgbClr val="2F3C7E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Bahnschrift" panose="020B0502040204020203" pitchFamily="34" charset="0"/>
              </a:rPr>
              <a:t>SALES ORDER &amp; MDFO</a:t>
            </a:r>
            <a:endParaRPr lang="en-GB" altLang="en-US" sz="2600" b="1" dirty="0">
              <a:solidFill>
                <a:srgbClr val="2F3C7E"/>
              </a:solidFill>
              <a:latin typeface="Bahnschrift" panose="020B0502040204020203" pitchFamily="34" charset="0"/>
              <a:ea typeface="Cambria" panose="02040503050406030204" pitchFamily="34" charset="-122"/>
              <a:cs typeface="Bahnschrift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r="2264"/>
          <a:stretch>
            <a:fillRect/>
          </a:stretch>
        </p:blipFill>
        <p:spPr>
          <a:xfrm>
            <a:off x="289015" y="1054734"/>
            <a:ext cx="8565969" cy="41469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Shape 4"/>
          <p:cNvSpPr/>
          <p:nvPr/>
        </p:nvSpPr>
        <p:spPr>
          <a:xfrm>
            <a:off x="604712" y="6299824"/>
            <a:ext cx="7944928" cy="296118"/>
          </a:xfrm>
          <a:prstGeom prst="roundRect">
            <a:avLst>
              <a:gd name="adj" fmla="val 11765"/>
            </a:avLst>
          </a:prstGeom>
          <a:solidFill>
            <a:srgbClr val="141B47"/>
          </a:solidFill>
          <a:ln w="12700">
            <a:solidFill>
              <a:srgbClr val="3E4A85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14" name="Text 5"/>
          <p:cNvSpPr/>
          <p:nvPr/>
        </p:nvSpPr>
        <p:spPr>
          <a:xfrm>
            <a:off x="2139818" y="6173563"/>
            <a:ext cx="744837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>
                <a:solidFill>
                  <a:srgbClr val="CADCFC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 http://192.168.10.67/mims/mkt/report/mdfo-analisis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9015" y="2346385"/>
            <a:ext cx="680624" cy="1725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Rectangle 19"/>
          <p:cNvSpPr/>
          <p:nvPr/>
        </p:nvSpPr>
        <p:spPr>
          <a:xfrm>
            <a:off x="406909" y="3749616"/>
            <a:ext cx="680624" cy="1725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 21"/>
          <p:cNvSpPr/>
          <p:nvPr/>
        </p:nvSpPr>
        <p:spPr>
          <a:xfrm>
            <a:off x="1459194" y="1609906"/>
            <a:ext cx="1611810" cy="2620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9" name="Slide Number Placeholder 68"/>
          <p:cNvSpPr>
            <a:spLocks noGrp="1" noChangeAspect="1"/>
          </p:cNvSpPr>
          <p:nvPr/>
        </p:nvSpPr>
        <p:spPr>
          <a:xfrm>
            <a:off x="907533" y="2184241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1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45" name="Slide Number Placeholder 68"/>
          <p:cNvSpPr>
            <a:spLocks noGrp="1" noChangeAspect="1"/>
          </p:cNvSpPr>
          <p:nvPr/>
        </p:nvSpPr>
        <p:spPr>
          <a:xfrm>
            <a:off x="1031736" y="3611913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3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43089" y="2691517"/>
            <a:ext cx="937053" cy="1725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Slide Number Placeholder 68"/>
          <p:cNvSpPr>
            <a:spLocks noGrp="1" noChangeAspect="1"/>
          </p:cNvSpPr>
          <p:nvPr/>
        </p:nvSpPr>
        <p:spPr>
          <a:xfrm>
            <a:off x="1210787" y="2518913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2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51" name="Slide Number Placeholder 68"/>
          <p:cNvSpPr>
            <a:spLocks noGrp="1" noChangeAspect="1"/>
          </p:cNvSpPr>
          <p:nvPr/>
        </p:nvSpPr>
        <p:spPr>
          <a:xfrm>
            <a:off x="3009761" y="1492512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4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63" name="Slide Number Placeholder 68"/>
          <p:cNvSpPr>
            <a:spLocks noGrp="1" noChangeAspect="1"/>
          </p:cNvSpPr>
          <p:nvPr/>
        </p:nvSpPr>
        <p:spPr>
          <a:xfrm>
            <a:off x="907532" y="5327254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1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65" name="Slide Number Placeholder 68"/>
          <p:cNvSpPr>
            <a:spLocks noGrp="1" noChangeAspect="1"/>
          </p:cNvSpPr>
          <p:nvPr/>
        </p:nvSpPr>
        <p:spPr>
          <a:xfrm>
            <a:off x="3153629" y="5376108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3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67" name="Slide Number Placeholder 68"/>
          <p:cNvSpPr>
            <a:spLocks noGrp="1" noChangeAspect="1"/>
          </p:cNvSpPr>
          <p:nvPr/>
        </p:nvSpPr>
        <p:spPr>
          <a:xfrm>
            <a:off x="907532" y="5701189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2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70" name="Slide Number Placeholder 68"/>
          <p:cNvSpPr>
            <a:spLocks noGrp="1" noChangeAspect="1"/>
          </p:cNvSpPr>
          <p:nvPr/>
        </p:nvSpPr>
        <p:spPr>
          <a:xfrm>
            <a:off x="3153632" y="5730478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4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72" name="Text 13"/>
          <p:cNvSpPr/>
          <p:nvPr/>
        </p:nvSpPr>
        <p:spPr>
          <a:xfrm>
            <a:off x="1210787" y="5319122"/>
            <a:ext cx="1029493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MARKETING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1210787" y="5669350"/>
            <a:ext cx="1029493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3415874" y="5365566"/>
            <a:ext cx="136186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MDFO ANALYSIS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78" name="Text 13"/>
          <p:cNvSpPr/>
          <p:nvPr/>
        </p:nvSpPr>
        <p:spPr>
          <a:xfrm>
            <a:off x="3432516" y="5715794"/>
            <a:ext cx="21834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PILIH BULAN &amp; LOAD DATA</a:t>
            </a:r>
            <a:endParaRPr lang="en-US" sz="1200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3"/>
          <p:cNvSpPr/>
          <p:nvPr/>
        </p:nvSpPr>
        <p:spPr>
          <a:xfrm>
            <a:off x="320040" y="-3683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GB" altLang="en-US" sz="2600" b="1" dirty="0">
                <a:solidFill>
                  <a:srgbClr val="2F3C7E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Bahnschrift" panose="020B0502040204020203" pitchFamily="34" charset="0"/>
              </a:rPr>
              <a:t>SALES ORDER &amp; MDFO</a:t>
            </a:r>
            <a:endParaRPr lang="en-GB" altLang="en-US" sz="2600" b="1" dirty="0">
              <a:solidFill>
                <a:srgbClr val="2F3C7E"/>
              </a:solidFill>
              <a:latin typeface="Bahnschrift" panose="020B0502040204020203" pitchFamily="34" charset="0"/>
              <a:ea typeface="Cambria" panose="02040503050406030204" pitchFamily="34" charset="-122"/>
              <a:cs typeface="Bahnschrift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r="2264"/>
          <a:stretch>
            <a:fillRect/>
          </a:stretch>
        </p:blipFill>
        <p:spPr>
          <a:xfrm>
            <a:off x="289015" y="1054734"/>
            <a:ext cx="8565969" cy="41469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Shape 4"/>
          <p:cNvSpPr/>
          <p:nvPr/>
        </p:nvSpPr>
        <p:spPr>
          <a:xfrm>
            <a:off x="604712" y="6299824"/>
            <a:ext cx="7944928" cy="296118"/>
          </a:xfrm>
          <a:prstGeom prst="roundRect">
            <a:avLst>
              <a:gd name="adj" fmla="val 11765"/>
            </a:avLst>
          </a:prstGeom>
          <a:solidFill>
            <a:srgbClr val="141B47"/>
          </a:solidFill>
          <a:ln w="12700">
            <a:solidFill>
              <a:srgbClr val="3E4A85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14" name="Text 5"/>
          <p:cNvSpPr/>
          <p:nvPr/>
        </p:nvSpPr>
        <p:spPr>
          <a:xfrm>
            <a:off x="2139818" y="6173563"/>
            <a:ext cx="744837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dirty="0">
                <a:solidFill>
                  <a:srgbClr val="CADCFC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 http://192.168.10.67/mims/mkt/report/mdfo-analisis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35071" y="3493698"/>
            <a:ext cx="7246618" cy="17080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Rectangle 21"/>
          <p:cNvSpPr/>
          <p:nvPr/>
        </p:nvSpPr>
        <p:spPr>
          <a:xfrm>
            <a:off x="1535071" y="2518912"/>
            <a:ext cx="7246619" cy="9100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Slide Number Placeholder 68"/>
          <p:cNvSpPr>
            <a:spLocks noGrp="1" noChangeAspect="1"/>
          </p:cNvSpPr>
          <p:nvPr/>
        </p:nvSpPr>
        <p:spPr>
          <a:xfrm>
            <a:off x="1213369" y="2518912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1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10" name="Slide Number Placeholder 68"/>
          <p:cNvSpPr>
            <a:spLocks noGrp="1" noChangeAspect="1"/>
          </p:cNvSpPr>
          <p:nvPr/>
        </p:nvSpPr>
        <p:spPr>
          <a:xfrm>
            <a:off x="1213369" y="3493698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2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68"/>
          <p:cNvSpPr>
            <a:spLocks noGrp="1" noChangeAspect="1"/>
          </p:cNvSpPr>
          <p:nvPr/>
        </p:nvSpPr>
        <p:spPr>
          <a:xfrm>
            <a:off x="647300" y="5453804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1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16" name="Slide Number Placeholder 68"/>
          <p:cNvSpPr>
            <a:spLocks noGrp="1" noChangeAspect="1"/>
          </p:cNvSpPr>
          <p:nvPr/>
        </p:nvSpPr>
        <p:spPr>
          <a:xfrm>
            <a:off x="647300" y="5805490"/>
            <a:ext cx="248407" cy="248407"/>
          </a:xfrm>
          <a:prstGeom prst="ellipse">
            <a:avLst/>
          </a:prstGeom>
          <a:solidFill>
            <a:srgbClr val="0711E9"/>
          </a:solidFill>
          <a:ln w="28575">
            <a:solidFill>
              <a:srgbClr val="FF0000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2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19" name="Text 13"/>
          <p:cNvSpPr/>
          <p:nvPr/>
        </p:nvSpPr>
        <p:spPr>
          <a:xfrm>
            <a:off x="895706" y="5447654"/>
            <a:ext cx="883731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895705" y="5797865"/>
            <a:ext cx="883731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</a:t>
            </a:r>
            <a:endParaRPr lang="en-US" sz="1200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ambar 4" descr="Sebuah gambar berisi teks, membaca, tanda, jam&#10;&#10;Deskripsi dibuat secara otomatis"/>
          <p:cNvPicPr>
            <a:picLocks noChangeAspect="1"/>
          </p:cNvPicPr>
          <p:nvPr/>
        </p:nvPicPr>
        <p:blipFill>
          <a:blip r:embed="rId1">
            <a:lum contrast="72000"/>
          </a:blip>
          <a:stretch>
            <a:fillRect/>
          </a:stretch>
        </p:blipFill>
        <p:spPr>
          <a:xfrm>
            <a:off x="5252629" y="3569040"/>
            <a:ext cx="3171864" cy="779119"/>
          </a:xfrm>
          <a:prstGeom prst="rect">
            <a:avLst/>
          </a:prstGeom>
        </p:spPr>
      </p:pic>
      <p:pic>
        <p:nvPicPr>
          <p:cNvPr id="106" name="Picture 105"/>
          <p:cNvPicPr/>
          <p:nvPr/>
        </p:nvPicPr>
        <p:blipFill>
          <a:blip r:embed="rId2"/>
          <a:srcRect r="5472"/>
          <a:stretch>
            <a:fillRect/>
          </a:stretch>
        </p:blipFill>
        <p:spPr>
          <a:xfrm>
            <a:off x="793733" y="2100167"/>
            <a:ext cx="4458901" cy="265767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7205345" y="455358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880</Words>
  <Application>WPS Presentation</Application>
  <PresentationFormat>On-screen Show (4:3)</PresentationFormat>
  <Paragraphs>172</Paragraphs>
  <Slides>6</Slides>
  <Notes>2</Notes>
  <HiddenSlides>4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6" baseType="lpstr">
      <vt:lpstr>Arial</vt:lpstr>
      <vt:lpstr>SimSun</vt:lpstr>
      <vt:lpstr>Wingdings</vt:lpstr>
      <vt:lpstr>Arial</vt:lpstr>
      <vt:lpstr>Arial Unicode MS</vt:lpstr>
      <vt:lpstr>Calibri</vt:lpstr>
      <vt:lpstr>Arial Black</vt:lpstr>
      <vt:lpstr>Bookman Old Style</vt:lpstr>
      <vt:lpstr>Lato</vt:lpstr>
      <vt:lpstr>Rustic Roadway - Personal use</vt:lpstr>
      <vt:lpstr>Bahnschrift</vt:lpstr>
      <vt:lpstr>Cambria</vt:lpstr>
      <vt:lpstr>Calibri</vt:lpstr>
      <vt:lpstr>Calibri</vt:lpstr>
      <vt:lpstr>Calibri</vt:lpstr>
      <vt:lpstr>Cambria</vt:lpstr>
      <vt:lpstr>Microsoft YaHei</vt:lpstr>
      <vt:lpstr>Arial Unicode MS</vt:lpstr>
      <vt:lpstr>Calibri Light</vt:lpstr>
      <vt:lpstr>Office 2013 - 2022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DIVA</dc:creator>
  <cp:lastModifiedBy>Royal</cp:lastModifiedBy>
  <cp:revision>3559</cp:revision>
  <dcterms:created xsi:type="dcterms:W3CDTF">2023-06-15T04:05:00Z</dcterms:created>
  <dcterms:modified xsi:type="dcterms:W3CDTF">2026-09-22T09:38:35Z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1A5CF8B2894C42EF9F919BB16449B1CC_13</vt:lpwstr>
  </property>
  <property fmtid="{D5CDD505-2E9C-101B-9397-08002B2CF9AE}" pid="3" name="KSOProductBuildVer">
    <vt:lpwstr>1033-12.1.0.28485</vt:lpwstr>
  </property>
</Properties>
</file>